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134806637" r:id="rId2"/>
    <p:sldId id="2147471328" r:id="rId3"/>
    <p:sldId id="2147471337" r:id="rId4"/>
    <p:sldId id="2147471334" r:id="rId5"/>
    <p:sldId id="2147471331" r:id="rId6"/>
    <p:sldId id="2147471323" r:id="rId7"/>
    <p:sldId id="213480651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082D0A0-4B8E-4208-8451-B6A94676FFDE}">
          <p14:sldIdLst>
            <p14:sldId id="2134806637"/>
            <p14:sldId id="2147471328"/>
            <p14:sldId id="2147471337"/>
            <p14:sldId id="2147471334"/>
            <p14:sldId id="2147471331"/>
            <p14:sldId id="2147471323"/>
            <p14:sldId id="21348065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EBB3"/>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B6E222-C00F-46EB-91E4-3B85C4D2D9EE}" v="103" dt="2025-10-14T22:59:30.9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125" d="100"/>
          <a:sy n="125" d="100"/>
        </p:scale>
        <p:origin x="48"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kumar, Hariharan" userId="15f7eff0-995a-4e54-9404-f821c6a8bf89" providerId="ADAL" clId="{66AE16B5-36A5-41A3-9637-979977F4BDBE}"/>
    <pc:docChg chg="undo custSel addSld delSld modSld sldOrd modSection">
      <pc:chgData name="Sukumar, Hariharan" userId="15f7eff0-995a-4e54-9404-f821c6a8bf89" providerId="ADAL" clId="{66AE16B5-36A5-41A3-9637-979977F4BDBE}" dt="2025-10-14T23:20:49.859" v="2627" actId="20577"/>
      <pc:docMkLst>
        <pc:docMk/>
      </pc:docMkLst>
      <pc:sldChg chg="modSp add mod">
        <pc:chgData name="Sukumar, Hariharan" userId="15f7eff0-995a-4e54-9404-f821c6a8bf89" providerId="ADAL" clId="{66AE16B5-36A5-41A3-9637-979977F4BDBE}" dt="2025-10-14T23:02:18.036" v="2298" actId="122"/>
        <pc:sldMkLst>
          <pc:docMk/>
          <pc:sldMk cId="1048780482" sldId="2147471323"/>
        </pc:sldMkLst>
        <pc:graphicFrameChg chg="mod modGraphic">
          <ac:chgData name="Sukumar, Hariharan" userId="15f7eff0-995a-4e54-9404-f821c6a8bf89" providerId="ADAL" clId="{66AE16B5-36A5-41A3-9637-979977F4BDBE}" dt="2025-10-14T23:02:18.036" v="2298" actId="122"/>
          <ac:graphicFrameMkLst>
            <pc:docMk/>
            <pc:sldMk cId="1048780482" sldId="2147471323"/>
            <ac:graphicFrameMk id="6" creationId="{EDA16340-F54C-46A8-AEBC-A86DE36A509D}"/>
          </ac:graphicFrameMkLst>
        </pc:graphicFrameChg>
      </pc:sldChg>
      <pc:sldChg chg="addSp delSp modSp mod">
        <pc:chgData name="Sukumar, Hariharan" userId="15f7eff0-995a-4e54-9404-f821c6a8bf89" providerId="ADAL" clId="{66AE16B5-36A5-41A3-9637-979977F4BDBE}" dt="2025-10-14T22:59:48.784" v="2267" actId="20577"/>
        <pc:sldMkLst>
          <pc:docMk/>
          <pc:sldMk cId="966195902" sldId="2147471328"/>
        </pc:sldMkLst>
        <pc:spChg chg="add mod">
          <ac:chgData name="Sukumar, Hariharan" userId="15f7eff0-995a-4e54-9404-f821c6a8bf89" providerId="ADAL" clId="{66AE16B5-36A5-41A3-9637-979977F4BDBE}" dt="2025-10-14T22:59:48.784" v="2267" actId="20577"/>
          <ac:spMkLst>
            <pc:docMk/>
            <pc:sldMk cId="966195902" sldId="2147471328"/>
            <ac:spMk id="3" creationId="{C652A913-2DCD-7FA2-6733-45EFB12F5E4A}"/>
          </ac:spMkLst>
        </pc:spChg>
        <pc:spChg chg="mod">
          <ac:chgData name="Sukumar, Hariharan" userId="15f7eff0-995a-4e54-9404-f821c6a8bf89" providerId="ADAL" clId="{66AE16B5-36A5-41A3-9637-979977F4BDBE}" dt="2025-10-14T22:32:17.046" v="1472" actId="20577"/>
          <ac:spMkLst>
            <pc:docMk/>
            <pc:sldMk cId="966195902" sldId="2147471328"/>
            <ac:spMk id="12" creationId="{762D1224-4923-ED6B-9E79-7F1D70D55FCF}"/>
          </ac:spMkLst>
        </pc:spChg>
        <pc:cxnChg chg="del mod">
          <ac:chgData name="Sukumar, Hariharan" userId="15f7eff0-995a-4e54-9404-f821c6a8bf89" providerId="ADAL" clId="{66AE16B5-36A5-41A3-9637-979977F4BDBE}" dt="2025-10-14T22:25:57.194" v="1399" actId="478"/>
          <ac:cxnSpMkLst>
            <pc:docMk/>
            <pc:sldMk cId="966195902" sldId="2147471328"/>
            <ac:cxnSpMk id="6" creationId="{F1F4F212-BBF0-D701-7E96-6B7530450E67}"/>
          </ac:cxnSpMkLst>
        </pc:cxnChg>
        <pc:cxnChg chg="del mod">
          <ac:chgData name="Sukumar, Hariharan" userId="15f7eff0-995a-4e54-9404-f821c6a8bf89" providerId="ADAL" clId="{66AE16B5-36A5-41A3-9637-979977F4BDBE}" dt="2025-10-14T22:28:12.865" v="1447" actId="478"/>
          <ac:cxnSpMkLst>
            <pc:docMk/>
            <pc:sldMk cId="966195902" sldId="2147471328"/>
            <ac:cxnSpMk id="8" creationId="{541C641E-D408-8C51-06B8-716AFC64AA66}"/>
          </ac:cxnSpMkLst>
        </pc:cxnChg>
        <pc:cxnChg chg="del">
          <ac:chgData name="Sukumar, Hariharan" userId="15f7eff0-995a-4e54-9404-f821c6a8bf89" providerId="ADAL" clId="{66AE16B5-36A5-41A3-9637-979977F4BDBE}" dt="2025-10-14T22:28:17.355" v="1448" actId="478"/>
          <ac:cxnSpMkLst>
            <pc:docMk/>
            <pc:sldMk cId="966195902" sldId="2147471328"/>
            <ac:cxnSpMk id="10" creationId="{534226CC-697C-498B-D607-626E5EA502A5}"/>
          </ac:cxnSpMkLst>
        </pc:cxnChg>
        <pc:cxnChg chg="del">
          <ac:chgData name="Sukumar, Hariharan" userId="15f7eff0-995a-4e54-9404-f821c6a8bf89" providerId="ADAL" clId="{66AE16B5-36A5-41A3-9637-979977F4BDBE}" dt="2025-10-14T22:28:19.537" v="1449" actId="478"/>
          <ac:cxnSpMkLst>
            <pc:docMk/>
            <pc:sldMk cId="966195902" sldId="2147471328"/>
            <ac:cxnSpMk id="14" creationId="{53B8FD60-0C45-A743-EF75-BDA0CFCF1621}"/>
          </ac:cxnSpMkLst>
        </pc:cxnChg>
      </pc:sldChg>
      <pc:sldChg chg="modSp mod">
        <pc:chgData name="Sukumar, Hariharan" userId="15f7eff0-995a-4e54-9404-f821c6a8bf89" providerId="ADAL" clId="{66AE16B5-36A5-41A3-9637-979977F4BDBE}" dt="2025-10-14T23:20:49.859" v="2627" actId="20577"/>
        <pc:sldMkLst>
          <pc:docMk/>
          <pc:sldMk cId="1004399760" sldId="2147471331"/>
        </pc:sldMkLst>
        <pc:spChg chg="mod">
          <ac:chgData name="Sukumar, Hariharan" userId="15f7eff0-995a-4e54-9404-f821c6a8bf89" providerId="ADAL" clId="{66AE16B5-36A5-41A3-9637-979977F4BDBE}" dt="2025-10-14T20:39:46.183" v="334" actId="1076"/>
          <ac:spMkLst>
            <pc:docMk/>
            <pc:sldMk cId="1004399760" sldId="2147471331"/>
            <ac:spMk id="4" creationId="{6A37B7F7-7398-D2BF-9F97-777ED7254853}"/>
          </ac:spMkLst>
        </pc:spChg>
        <pc:spChg chg="mod">
          <ac:chgData name="Sukumar, Hariharan" userId="15f7eff0-995a-4e54-9404-f821c6a8bf89" providerId="ADAL" clId="{66AE16B5-36A5-41A3-9637-979977F4BDBE}" dt="2025-10-14T23:20:49.859" v="2627" actId="20577"/>
          <ac:spMkLst>
            <pc:docMk/>
            <pc:sldMk cId="1004399760" sldId="2147471331"/>
            <ac:spMk id="8" creationId="{50AE4251-54B6-61BA-98BB-D2582F9F4A7F}"/>
          </ac:spMkLst>
        </pc:spChg>
        <pc:graphicFrameChg chg="mod modGraphic">
          <ac:chgData name="Sukumar, Hariharan" userId="15f7eff0-995a-4e54-9404-f821c6a8bf89" providerId="ADAL" clId="{66AE16B5-36A5-41A3-9637-979977F4BDBE}" dt="2025-10-14T21:22:52.100" v="477" actId="20577"/>
          <ac:graphicFrameMkLst>
            <pc:docMk/>
            <pc:sldMk cId="1004399760" sldId="2147471331"/>
            <ac:graphicFrameMk id="6" creationId="{5492FBB0-35D9-CE97-851F-5988D6CF4D96}"/>
          </ac:graphicFrameMkLst>
        </pc:graphicFrameChg>
      </pc:sldChg>
      <pc:sldChg chg="addSp delSp modSp mod">
        <pc:chgData name="Sukumar, Hariharan" userId="15f7eff0-995a-4e54-9404-f821c6a8bf89" providerId="ADAL" clId="{66AE16B5-36A5-41A3-9637-979977F4BDBE}" dt="2025-10-14T23:10:04.373" v="2622" actId="20577"/>
        <pc:sldMkLst>
          <pc:docMk/>
          <pc:sldMk cId="3866617031" sldId="2147471334"/>
        </pc:sldMkLst>
        <pc:spChg chg="del">
          <ac:chgData name="Sukumar, Hariharan" userId="15f7eff0-995a-4e54-9404-f821c6a8bf89" providerId="ADAL" clId="{66AE16B5-36A5-41A3-9637-979977F4BDBE}" dt="2025-10-14T20:13:58.155" v="107" actId="478"/>
          <ac:spMkLst>
            <pc:docMk/>
            <pc:sldMk cId="3866617031" sldId="2147471334"/>
            <ac:spMk id="4" creationId="{2CAAA3E8-2170-D0E0-51ED-D911E39EDB82}"/>
          </ac:spMkLst>
        </pc:spChg>
        <pc:spChg chg="mod ord">
          <ac:chgData name="Sukumar, Hariharan" userId="15f7eff0-995a-4e54-9404-f821c6a8bf89" providerId="ADAL" clId="{66AE16B5-36A5-41A3-9637-979977F4BDBE}" dt="2025-10-14T20:20:49.809" v="164" actId="14100"/>
          <ac:spMkLst>
            <pc:docMk/>
            <pc:sldMk cId="3866617031" sldId="2147471334"/>
            <ac:spMk id="13" creationId="{21B7D228-9FBB-706C-772D-2FBA54166BC8}"/>
          </ac:spMkLst>
        </pc:spChg>
        <pc:spChg chg="mod">
          <ac:chgData name="Sukumar, Hariharan" userId="15f7eff0-995a-4e54-9404-f821c6a8bf89" providerId="ADAL" clId="{66AE16B5-36A5-41A3-9637-979977F4BDBE}" dt="2025-10-14T21:48:51.911" v="870" actId="6549"/>
          <ac:spMkLst>
            <pc:docMk/>
            <pc:sldMk cId="3866617031" sldId="2147471334"/>
            <ac:spMk id="17" creationId="{CC0DEFE0-EAA8-2D70-71C4-12807E7D6209}"/>
          </ac:spMkLst>
        </pc:spChg>
        <pc:spChg chg="mod">
          <ac:chgData name="Sukumar, Hariharan" userId="15f7eff0-995a-4e54-9404-f821c6a8bf89" providerId="ADAL" clId="{66AE16B5-36A5-41A3-9637-979977F4BDBE}" dt="2025-10-14T20:15:10.794" v="135" actId="108"/>
          <ac:spMkLst>
            <pc:docMk/>
            <pc:sldMk cId="3866617031" sldId="2147471334"/>
            <ac:spMk id="19" creationId="{5DE9FC2A-8D5D-9A19-4BE9-D219F4FA8568}"/>
          </ac:spMkLst>
        </pc:spChg>
        <pc:spChg chg="mod">
          <ac:chgData name="Sukumar, Hariharan" userId="15f7eff0-995a-4e54-9404-f821c6a8bf89" providerId="ADAL" clId="{66AE16B5-36A5-41A3-9637-979977F4BDBE}" dt="2025-10-14T20:21:24.949" v="167" actId="14100"/>
          <ac:spMkLst>
            <pc:docMk/>
            <pc:sldMk cId="3866617031" sldId="2147471334"/>
            <ac:spMk id="20" creationId="{EB2ADDC7-AD27-4AA6-4C2D-24471E16C74F}"/>
          </ac:spMkLst>
        </pc:spChg>
        <pc:spChg chg="mod">
          <ac:chgData name="Sukumar, Hariharan" userId="15f7eff0-995a-4e54-9404-f821c6a8bf89" providerId="ADAL" clId="{66AE16B5-36A5-41A3-9637-979977F4BDBE}" dt="2025-10-14T20:18:56.473" v="157" actId="1076"/>
          <ac:spMkLst>
            <pc:docMk/>
            <pc:sldMk cId="3866617031" sldId="2147471334"/>
            <ac:spMk id="21" creationId="{E2804149-EC21-1524-F18A-BC88BE206B65}"/>
          </ac:spMkLst>
        </pc:spChg>
        <pc:spChg chg="mod">
          <ac:chgData name="Sukumar, Hariharan" userId="15f7eff0-995a-4e54-9404-f821c6a8bf89" providerId="ADAL" clId="{66AE16B5-36A5-41A3-9637-979977F4BDBE}" dt="2025-10-14T20:19:01.103" v="158" actId="1076"/>
          <ac:spMkLst>
            <pc:docMk/>
            <pc:sldMk cId="3866617031" sldId="2147471334"/>
            <ac:spMk id="22" creationId="{E24D930F-2272-506E-57B7-3204C67D72E1}"/>
          </ac:spMkLst>
        </pc:spChg>
        <pc:spChg chg="mod">
          <ac:chgData name="Sukumar, Hariharan" userId="15f7eff0-995a-4e54-9404-f821c6a8bf89" providerId="ADAL" clId="{66AE16B5-36A5-41A3-9637-979977F4BDBE}" dt="2025-10-14T20:21:35.910" v="170" actId="1036"/>
          <ac:spMkLst>
            <pc:docMk/>
            <pc:sldMk cId="3866617031" sldId="2147471334"/>
            <ac:spMk id="25" creationId="{1B8C0409-DF51-B4C3-B797-46A53A25D219}"/>
          </ac:spMkLst>
        </pc:spChg>
        <pc:spChg chg="mod ord">
          <ac:chgData name="Sukumar, Hariharan" userId="15f7eff0-995a-4e54-9404-f821c6a8bf89" providerId="ADAL" clId="{66AE16B5-36A5-41A3-9637-979977F4BDBE}" dt="2025-10-14T20:14:36.124" v="131" actId="1038"/>
          <ac:spMkLst>
            <pc:docMk/>
            <pc:sldMk cId="3866617031" sldId="2147471334"/>
            <ac:spMk id="31" creationId="{4BB72717-02B4-60B5-B3CC-69DE23A6AB9A}"/>
          </ac:spMkLst>
        </pc:spChg>
        <pc:spChg chg="mod">
          <ac:chgData name="Sukumar, Hariharan" userId="15f7eff0-995a-4e54-9404-f821c6a8bf89" providerId="ADAL" clId="{66AE16B5-36A5-41A3-9637-979977F4BDBE}" dt="2025-10-14T20:15:41.228" v="140" actId="1076"/>
          <ac:spMkLst>
            <pc:docMk/>
            <pc:sldMk cId="3866617031" sldId="2147471334"/>
            <ac:spMk id="32" creationId="{3DD19C3A-AF29-5836-EE71-BAF9F2CF8588}"/>
          </ac:spMkLst>
        </pc:spChg>
        <pc:spChg chg="mod">
          <ac:chgData name="Sukumar, Hariharan" userId="15f7eff0-995a-4e54-9404-f821c6a8bf89" providerId="ADAL" clId="{66AE16B5-36A5-41A3-9637-979977F4BDBE}" dt="2025-10-14T20:14:12.145" v="108" actId="108"/>
          <ac:spMkLst>
            <pc:docMk/>
            <pc:sldMk cId="3866617031" sldId="2147471334"/>
            <ac:spMk id="38" creationId="{077F9A1E-3D70-3966-B91B-D11A5E2D6B50}"/>
          </ac:spMkLst>
        </pc:spChg>
        <pc:spChg chg="mod">
          <ac:chgData name="Sukumar, Hariharan" userId="15f7eff0-995a-4e54-9404-f821c6a8bf89" providerId="ADAL" clId="{66AE16B5-36A5-41A3-9637-979977F4BDBE}" dt="2025-10-14T20:15:14.897" v="136" actId="108"/>
          <ac:spMkLst>
            <pc:docMk/>
            <pc:sldMk cId="3866617031" sldId="2147471334"/>
            <ac:spMk id="45" creationId="{F293A11D-853A-EFF3-8EA5-47EEC6CDBF6E}"/>
          </ac:spMkLst>
        </pc:spChg>
        <pc:spChg chg="del mod">
          <ac:chgData name="Sukumar, Hariharan" userId="15f7eff0-995a-4e54-9404-f821c6a8bf89" providerId="ADAL" clId="{66AE16B5-36A5-41A3-9637-979977F4BDBE}" dt="2025-10-14T20:20:37.412" v="162" actId="478"/>
          <ac:spMkLst>
            <pc:docMk/>
            <pc:sldMk cId="3866617031" sldId="2147471334"/>
            <ac:spMk id="52" creationId="{ACCFD9F0-DB0E-1C05-D42F-A36433957C1A}"/>
          </ac:spMkLst>
        </pc:spChg>
        <pc:spChg chg="mod">
          <ac:chgData name="Sukumar, Hariharan" userId="15f7eff0-995a-4e54-9404-f821c6a8bf89" providerId="ADAL" clId="{66AE16B5-36A5-41A3-9637-979977F4BDBE}" dt="2025-10-14T20:17:49.591" v="149" actId="108"/>
          <ac:spMkLst>
            <pc:docMk/>
            <pc:sldMk cId="3866617031" sldId="2147471334"/>
            <ac:spMk id="53" creationId="{2E508510-81D7-83B7-05AD-8E7B3CBDE3F6}"/>
          </ac:spMkLst>
        </pc:spChg>
        <pc:spChg chg="mod">
          <ac:chgData name="Sukumar, Hariharan" userId="15f7eff0-995a-4e54-9404-f821c6a8bf89" providerId="ADAL" clId="{66AE16B5-36A5-41A3-9637-979977F4BDBE}" dt="2025-10-14T20:17:44.665" v="148" actId="108"/>
          <ac:spMkLst>
            <pc:docMk/>
            <pc:sldMk cId="3866617031" sldId="2147471334"/>
            <ac:spMk id="54" creationId="{F0E7656A-BC9A-38AE-8F41-2E621BA01408}"/>
          </ac:spMkLst>
        </pc:spChg>
        <pc:spChg chg="mod">
          <ac:chgData name="Sukumar, Hariharan" userId="15f7eff0-995a-4e54-9404-f821c6a8bf89" providerId="ADAL" clId="{66AE16B5-36A5-41A3-9637-979977F4BDBE}" dt="2025-10-14T20:18:40.586" v="154" actId="108"/>
          <ac:spMkLst>
            <pc:docMk/>
            <pc:sldMk cId="3866617031" sldId="2147471334"/>
            <ac:spMk id="61" creationId="{15565620-CEBA-EF11-54FC-7085502EADBA}"/>
          </ac:spMkLst>
        </pc:spChg>
        <pc:spChg chg="mod">
          <ac:chgData name="Sukumar, Hariharan" userId="15f7eff0-995a-4e54-9404-f821c6a8bf89" providerId="ADAL" clId="{66AE16B5-36A5-41A3-9637-979977F4BDBE}" dt="2025-10-14T20:13:30.633" v="105" actId="20577"/>
          <ac:spMkLst>
            <pc:docMk/>
            <pc:sldMk cId="3866617031" sldId="2147471334"/>
            <ac:spMk id="62" creationId="{EE7DEBBC-B52B-212C-5062-D8F74B7A2F93}"/>
          </ac:spMkLst>
        </pc:spChg>
        <pc:spChg chg="mod">
          <ac:chgData name="Sukumar, Hariharan" userId="15f7eff0-995a-4e54-9404-f821c6a8bf89" providerId="ADAL" clId="{66AE16B5-36A5-41A3-9637-979977F4BDBE}" dt="2025-10-14T20:18:14.695" v="151" actId="2711"/>
          <ac:spMkLst>
            <pc:docMk/>
            <pc:sldMk cId="3866617031" sldId="2147471334"/>
            <ac:spMk id="64" creationId="{46C639A1-EE00-D121-9946-C24C6775B6BF}"/>
          </ac:spMkLst>
        </pc:spChg>
        <pc:spChg chg="mod">
          <ac:chgData name="Sukumar, Hariharan" userId="15f7eff0-995a-4e54-9404-f821c6a8bf89" providerId="ADAL" clId="{66AE16B5-36A5-41A3-9637-979977F4BDBE}" dt="2025-10-14T20:17:33.275" v="147" actId="108"/>
          <ac:spMkLst>
            <pc:docMk/>
            <pc:sldMk cId="3866617031" sldId="2147471334"/>
            <ac:spMk id="65" creationId="{321B809C-E80B-490E-C22B-B713C64F7D3A}"/>
          </ac:spMkLst>
        </pc:spChg>
        <pc:spChg chg="mod">
          <ac:chgData name="Sukumar, Hariharan" userId="15f7eff0-995a-4e54-9404-f821c6a8bf89" providerId="ADAL" clId="{66AE16B5-36A5-41A3-9637-979977F4BDBE}" dt="2025-10-14T20:18:32.058" v="152" actId="108"/>
          <ac:spMkLst>
            <pc:docMk/>
            <pc:sldMk cId="3866617031" sldId="2147471334"/>
            <ac:spMk id="66" creationId="{00234A9E-DB6C-16C1-CAD7-79A1760AC174}"/>
          </ac:spMkLst>
        </pc:spChg>
        <pc:spChg chg="mod">
          <ac:chgData name="Sukumar, Hariharan" userId="15f7eff0-995a-4e54-9404-f821c6a8bf89" providerId="ADAL" clId="{66AE16B5-36A5-41A3-9637-979977F4BDBE}" dt="2025-10-14T20:17:27.925" v="146" actId="108"/>
          <ac:spMkLst>
            <pc:docMk/>
            <pc:sldMk cId="3866617031" sldId="2147471334"/>
            <ac:spMk id="68" creationId="{A51A189D-3A37-EAD5-5DA7-393DFDC3B726}"/>
          </ac:spMkLst>
        </pc:spChg>
        <pc:spChg chg="mod">
          <ac:chgData name="Sukumar, Hariharan" userId="15f7eff0-995a-4e54-9404-f821c6a8bf89" providerId="ADAL" clId="{66AE16B5-36A5-41A3-9637-979977F4BDBE}" dt="2025-10-14T20:17:21.532" v="145" actId="1076"/>
          <ac:spMkLst>
            <pc:docMk/>
            <pc:sldMk cId="3866617031" sldId="2147471334"/>
            <ac:spMk id="70" creationId="{FF932DA5-C096-6975-CAB0-37229A0439D6}"/>
          </ac:spMkLst>
        </pc:spChg>
        <pc:spChg chg="add mod">
          <ac:chgData name="Sukumar, Hariharan" userId="15f7eff0-995a-4e54-9404-f821c6a8bf89" providerId="ADAL" clId="{66AE16B5-36A5-41A3-9637-979977F4BDBE}" dt="2025-10-14T20:22:21.580" v="174" actId="14100"/>
          <ac:spMkLst>
            <pc:docMk/>
            <pc:sldMk cId="3866617031" sldId="2147471334"/>
            <ac:spMk id="85" creationId="{FBFC5112-701D-90AB-3D1B-444935D073F8}"/>
          </ac:spMkLst>
        </pc:spChg>
        <pc:spChg chg="add mod">
          <ac:chgData name="Sukumar, Hariharan" userId="15f7eff0-995a-4e54-9404-f821c6a8bf89" providerId="ADAL" clId="{66AE16B5-36A5-41A3-9637-979977F4BDBE}" dt="2025-10-14T22:32:51.781" v="1474" actId="1076"/>
          <ac:spMkLst>
            <pc:docMk/>
            <pc:sldMk cId="3866617031" sldId="2147471334"/>
            <ac:spMk id="101" creationId="{24F7A8C8-FC92-569A-1B11-C4038135C9CA}"/>
          </ac:spMkLst>
        </pc:spChg>
        <pc:spChg chg="add mod">
          <ac:chgData name="Sukumar, Hariharan" userId="15f7eff0-995a-4e54-9404-f821c6a8bf89" providerId="ADAL" clId="{66AE16B5-36A5-41A3-9637-979977F4BDBE}" dt="2025-10-14T22:09:44.472" v="920" actId="1076"/>
          <ac:spMkLst>
            <pc:docMk/>
            <pc:sldMk cId="3866617031" sldId="2147471334"/>
            <ac:spMk id="102" creationId="{025DDC94-ED27-C8D0-F4F8-F97E121D3E87}"/>
          </ac:spMkLst>
        </pc:spChg>
        <pc:spChg chg="add mod">
          <ac:chgData name="Sukumar, Hariharan" userId="15f7eff0-995a-4e54-9404-f821c6a8bf89" providerId="ADAL" clId="{66AE16B5-36A5-41A3-9637-979977F4BDBE}" dt="2025-10-14T22:12:41.703" v="1003" actId="1036"/>
          <ac:spMkLst>
            <pc:docMk/>
            <pc:sldMk cId="3866617031" sldId="2147471334"/>
            <ac:spMk id="112" creationId="{0B2F4F26-B8FA-E293-9078-86F5019307D3}"/>
          </ac:spMkLst>
        </pc:spChg>
        <pc:spChg chg="mod">
          <ac:chgData name="Sukumar, Hariharan" userId="15f7eff0-995a-4e54-9404-f821c6a8bf89" providerId="ADAL" clId="{66AE16B5-36A5-41A3-9637-979977F4BDBE}" dt="2025-10-14T20:18:44.886" v="155" actId="108"/>
          <ac:spMkLst>
            <pc:docMk/>
            <pc:sldMk cId="3866617031" sldId="2147471334"/>
            <ac:spMk id="119" creationId="{33E70208-531C-0777-288B-7E1B87E2FAEA}"/>
          </ac:spMkLst>
        </pc:spChg>
        <pc:spChg chg="add mod">
          <ac:chgData name="Sukumar, Hariharan" userId="15f7eff0-995a-4e54-9404-f821c6a8bf89" providerId="ADAL" clId="{66AE16B5-36A5-41A3-9637-979977F4BDBE}" dt="2025-10-14T23:10:04.373" v="2622" actId="20577"/>
          <ac:spMkLst>
            <pc:docMk/>
            <pc:sldMk cId="3866617031" sldId="2147471334"/>
            <ac:spMk id="120" creationId="{5586CE80-6CF8-B724-5CC2-58FA05A7BED1}"/>
          </ac:spMkLst>
        </pc:spChg>
        <pc:spChg chg="mod">
          <ac:chgData name="Sukumar, Hariharan" userId="15f7eff0-995a-4e54-9404-f821c6a8bf89" providerId="ADAL" clId="{66AE16B5-36A5-41A3-9637-979977F4BDBE}" dt="2025-10-14T22:08:05.504" v="895" actId="1076"/>
          <ac:spMkLst>
            <pc:docMk/>
            <pc:sldMk cId="3866617031" sldId="2147471334"/>
            <ac:spMk id="158" creationId="{203CC0F0-2040-E754-A4DE-C0207FF67F38}"/>
          </ac:spMkLst>
        </pc:spChg>
        <pc:picChg chg="del">
          <ac:chgData name="Sukumar, Hariharan" userId="15f7eff0-995a-4e54-9404-f821c6a8bf89" providerId="ADAL" clId="{66AE16B5-36A5-41A3-9637-979977F4BDBE}" dt="2025-10-14T20:13:52.835" v="106" actId="478"/>
          <ac:picMkLst>
            <pc:docMk/>
            <pc:sldMk cId="3866617031" sldId="2147471334"/>
            <ac:picMk id="58" creationId="{C6939868-9DDD-AAB9-75CD-1680D2800673}"/>
          </ac:picMkLst>
        </pc:picChg>
        <pc:cxnChg chg="mod">
          <ac:chgData name="Sukumar, Hariharan" userId="15f7eff0-995a-4e54-9404-f821c6a8bf89" providerId="ADAL" clId="{66AE16B5-36A5-41A3-9637-979977F4BDBE}" dt="2025-10-14T20:21:35.910" v="170" actId="1036"/>
          <ac:cxnSpMkLst>
            <pc:docMk/>
            <pc:sldMk cId="3866617031" sldId="2147471334"/>
            <ac:cxnSpMk id="23" creationId="{151B82DD-E2A6-0F1D-4CD0-AAC6B6F59435}"/>
          </ac:cxnSpMkLst>
        </pc:cxnChg>
        <pc:cxnChg chg="mod">
          <ac:chgData name="Sukumar, Hariharan" userId="15f7eff0-995a-4e54-9404-f821c6a8bf89" providerId="ADAL" clId="{66AE16B5-36A5-41A3-9637-979977F4BDBE}" dt="2025-10-14T20:15:41.228" v="140" actId="1076"/>
          <ac:cxnSpMkLst>
            <pc:docMk/>
            <pc:sldMk cId="3866617031" sldId="2147471334"/>
            <ac:cxnSpMk id="44" creationId="{F19D5B9E-8C0B-895E-0F29-F3EA82395C85}"/>
          </ac:cxnSpMkLst>
        </pc:cxnChg>
        <pc:cxnChg chg="mod">
          <ac:chgData name="Sukumar, Hariharan" userId="15f7eff0-995a-4e54-9404-f821c6a8bf89" providerId="ADAL" clId="{66AE16B5-36A5-41A3-9637-979977F4BDBE}" dt="2025-10-14T20:17:18.401" v="143" actId="1076"/>
          <ac:cxnSpMkLst>
            <pc:docMk/>
            <pc:sldMk cId="3866617031" sldId="2147471334"/>
            <ac:cxnSpMk id="46" creationId="{7A130A97-40F3-1083-A2EC-5B4639BC3487}"/>
          </ac:cxnSpMkLst>
        </pc:cxnChg>
        <pc:cxnChg chg="mod">
          <ac:chgData name="Sukumar, Hariharan" userId="15f7eff0-995a-4e54-9404-f821c6a8bf89" providerId="ADAL" clId="{66AE16B5-36A5-41A3-9637-979977F4BDBE}" dt="2025-10-14T20:14:36.124" v="131" actId="1038"/>
          <ac:cxnSpMkLst>
            <pc:docMk/>
            <pc:sldMk cId="3866617031" sldId="2147471334"/>
            <ac:cxnSpMk id="47" creationId="{2860DC5F-5423-C2E0-093D-43202CFD6280}"/>
          </ac:cxnSpMkLst>
        </pc:cxnChg>
        <pc:cxnChg chg="mod">
          <ac:chgData name="Sukumar, Hariharan" userId="15f7eff0-995a-4e54-9404-f821c6a8bf89" providerId="ADAL" clId="{66AE16B5-36A5-41A3-9637-979977F4BDBE}" dt="2025-10-14T20:09:21.695" v="78" actId="14100"/>
          <ac:cxnSpMkLst>
            <pc:docMk/>
            <pc:sldMk cId="3866617031" sldId="2147471334"/>
            <ac:cxnSpMk id="49" creationId="{B0B46959-09AB-F7B0-7535-792006F2997B}"/>
          </ac:cxnSpMkLst>
        </pc:cxnChg>
        <pc:cxnChg chg="mod">
          <ac:chgData name="Sukumar, Hariharan" userId="15f7eff0-995a-4e54-9404-f821c6a8bf89" providerId="ADAL" clId="{66AE16B5-36A5-41A3-9637-979977F4BDBE}" dt="2025-10-14T20:09:38.346" v="81" actId="14100"/>
          <ac:cxnSpMkLst>
            <pc:docMk/>
            <pc:sldMk cId="3866617031" sldId="2147471334"/>
            <ac:cxnSpMk id="55" creationId="{EBA1831D-8EFF-1464-1D7D-D4997FB43265}"/>
          </ac:cxnSpMkLst>
        </pc:cxnChg>
        <pc:cxnChg chg="mod">
          <ac:chgData name="Sukumar, Hariharan" userId="15f7eff0-995a-4e54-9404-f821c6a8bf89" providerId="ADAL" clId="{66AE16B5-36A5-41A3-9637-979977F4BDBE}" dt="2025-10-14T20:17:18.401" v="143" actId="1076"/>
          <ac:cxnSpMkLst>
            <pc:docMk/>
            <pc:sldMk cId="3866617031" sldId="2147471334"/>
            <ac:cxnSpMk id="69" creationId="{6C6023DE-30B5-532C-A1A0-AA9BDDFCAEA6}"/>
          </ac:cxnSpMkLst>
        </pc:cxnChg>
        <pc:cxnChg chg="mod">
          <ac:chgData name="Sukumar, Hariharan" userId="15f7eff0-995a-4e54-9404-f821c6a8bf89" providerId="ADAL" clId="{66AE16B5-36A5-41A3-9637-979977F4BDBE}" dt="2025-10-14T20:17:21.532" v="145" actId="1076"/>
          <ac:cxnSpMkLst>
            <pc:docMk/>
            <pc:sldMk cId="3866617031" sldId="2147471334"/>
            <ac:cxnSpMk id="71" creationId="{2B129FE6-C4FE-39B0-92DB-1859B7FAB431}"/>
          </ac:cxnSpMkLst>
        </pc:cxnChg>
        <pc:cxnChg chg="mod">
          <ac:chgData name="Sukumar, Hariharan" userId="15f7eff0-995a-4e54-9404-f821c6a8bf89" providerId="ADAL" clId="{66AE16B5-36A5-41A3-9637-979977F4BDBE}" dt="2025-10-14T20:14:43.111" v="132" actId="14100"/>
          <ac:cxnSpMkLst>
            <pc:docMk/>
            <pc:sldMk cId="3866617031" sldId="2147471334"/>
            <ac:cxnSpMk id="72" creationId="{62A334C0-F35D-C882-0E2C-6BEA8AFD1F28}"/>
          </ac:cxnSpMkLst>
        </pc:cxnChg>
        <pc:cxnChg chg="mod">
          <ac:chgData name="Sukumar, Hariharan" userId="15f7eff0-995a-4e54-9404-f821c6a8bf89" providerId="ADAL" clId="{66AE16B5-36A5-41A3-9637-979977F4BDBE}" dt="2025-10-14T20:21:24.949" v="167" actId="14100"/>
          <ac:cxnSpMkLst>
            <pc:docMk/>
            <pc:sldMk cId="3866617031" sldId="2147471334"/>
            <ac:cxnSpMk id="79" creationId="{79D46011-C034-530F-C30D-CAF8775832F6}"/>
          </ac:cxnSpMkLst>
        </pc:cxnChg>
        <pc:cxnChg chg="add mod">
          <ac:chgData name="Sukumar, Hariharan" userId="15f7eff0-995a-4e54-9404-f821c6a8bf89" providerId="ADAL" clId="{66AE16B5-36A5-41A3-9637-979977F4BDBE}" dt="2025-10-14T20:22:44.781" v="178" actId="14100"/>
          <ac:cxnSpMkLst>
            <pc:docMk/>
            <pc:sldMk cId="3866617031" sldId="2147471334"/>
            <ac:cxnSpMk id="86" creationId="{074EDB5A-C6B0-2ACC-582B-83AD6CBB3AC4}"/>
          </ac:cxnSpMkLst>
        </pc:cxnChg>
        <pc:cxnChg chg="mod">
          <ac:chgData name="Sukumar, Hariharan" userId="15f7eff0-995a-4e54-9404-f821c6a8bf89" providerId="ADAL" clId="{66AE16B5-36A5-41A3-9637-979977F4BDBE}" dt="2025-10-14T20:21:24.949" v="167" actId="14100"/>
          <ac:cxnSpMkLst>
            <pc:docMk/>
            <pc:sldMk cId="3866617031" sldId="2147471334"/>
            <ac:cxnSpMk id="92" creationId="{A2369F2A-9F49-531C-281D-ACDBE623AAC3}"/>
          </ac:cxnSpMkLst>
        </pc:cxnChg>
        <pc:cxnChg chg="add del mod">
          <ac:chgData name="Sukumar, Hariharan" userId="15f7eff0-995a-4e54-9404-f821c6a8bf89" providerId="ADAL" clId="{66AE16B5-36A5-41A3-9637-979977F4BDBE}" dt="2025-10-14T22:06:08.069" v="876" actId="478"/>
          <ac:cxnSpMkLst>
            <pc:docMk/>
            <pc:sldMk cId="3866617031" sldId="2147471334"/>
            <ac:cxnSpMk id="94" creationId="{F2EF26EC-7B6C-5B8C-4E3C-E68103756109}"/>
          </ac:cxnSpMkLst>
        </pc:cxnChg>
        <pc:cxnChg chg="add del mod">
          <ac:chgData name="Sukumar, Hariharan" userId="15f7eff0-995a-4e54-9404-f821c6a8bf89" providerId="ADAL" clId="{66AE16B5-36A5-41A3-9637-979977F4BDBE}" dt="2025-10-14T22:09:34.630" v="918" actId="478"/>
          <ac:cxnSpMkLst>
            <pc:docMk/>
            <pc:sldMk cId="3866617031" sldId="2147471334"/>
            <ac:cxnSpMk id="97" creationId="{A83B4572-B80E-4BAD-CA54-FFEE758D5807}"/>
          </ac:cxnSpMkLst>
        </pc:cxnChg>
        <pc:cxnChg chg="add mod">
          <ac:chgData name="Sukumar, Hariharan" userId="15f7eff0-995a-4e54-9404-f821c6a8bf89" providerId="ADAL" clId="{66AE16B5-36A5-41A3-9637-979977F4BDBE}" dt="2025-10-14T22:09:56.166" v="924" actId="14100"/>
          <ac:cxnSpMkLst>
            <pc:docMk/>
            <pc:sldMk cId="3866617031" sldId="2147471334"/>
            <ac:cxnSpMk id="107" creationId="{71B667E6-1AFA-23A7-5001-05FC973902E5}"/>
          </ac:cxnSpMkLst>
        </pc:cxnChg>
        <pc:cxnChg chg="add mod">
          <ac:chgData name="Sukumar, Hariharan" userId="15f7eff0-995a-4e54-9404-f821c6a8bf89" providerId="ADAL" clId="{66AE16B5-36A5-41A3-9637-979977F4BDBE}" dt="2025-10-14T22:12:36.026" v="996" actId="1036"/>
          <ac:cxnSpMkLst>
            <pc:docMk/>
            <pc:sldMk cId="3866617031" sldId="2147471334"/>
            <ac:cxnSpMk id="110" creationId="{F4F1A507-84F9-E861-05D3-8EB20E28783C}"/>
          </ac:cxnSpMkLst>
        </pc:cxnChg>
        <pc:cxnChg chg="add mod">
          <ac:chgData name="Sukumar, Hariharan" userId="15f7eff0-995a-4e54-9404-f821c6a8bf89" providerId="ADAL" clId="{66AE16B5-36A5-41A3-9637-979977F4BDBE}" dt="2025-10-14T22:12:52.146" v="1004" actId="14100"/>
          <ac:cxnSpMkLst>
            <pc:docMk/>
            <pc:sldMk cId="3866617031" sldId="2147471334"/>
            <ac:cxnSpMk id="113" creationId="{E5FF1211-4178-4085-C7F6-29B18BD8A327}"/>
          </ac:cxnSpMkLst>
        </pc:cxnChg>
        <pc:cxnChg chg="mod">
          <ac:chgData name="Sukumar, Hariharan" userId="15f7eff0-995a-4e54-9404-f821c6a8bf89" providerId="ADAL" clId="{66AE16B5-36A5-41A3-9637-979977F4BDBE}" dt="2025-10-14T20:22:56.945" v="179" actId="14100"/>
          <ac:cxnSpMkLst>
            <pc:docMk/>
            <pc:sldMk cId="3866617031" sldId="2147471334"/>
            <ac:cxnSpMk id="168" creationId="{1735C758-3B27-E859-2216-F8F499F4F905}"/>
          </ac:cxnSpMkLst>
        </pc:cxnChg>
      </pc:sldChg>
      <pc:sldChg chg="modSp del mod">
        <pc:chgData name="Sukumar, Hariharan" userId="15f7eff0-995a-4e54-9404-f821c6a8bf89" providerId="ADAL" clId="{66AE16B5-36A5-41A3-9637-979977F4BDBE}" dt="2025-10-14T20:07:28.738" v="64" actId="47"/>
        <pc:sldMkLst>
          <pc:docMk/>
          <pc:sldMk cId="96288346" sldId="2147471335"/>
        </pc:sldMkLst>
        <pc:spChg chg="mod">
          <ac:chgData name="Sukumar, Hariharan" userId="15f7eff0-995a-4e54-9404-f821c6a8bf89" providerId="ADAL" clId="{66AE16B5-36A5-41A3-9637-979977F4BDBE}" dt="2025-10-14T20:03:11.387" v="3"/>
          <ac:spMkLst>
            <pc:docMk/>
            <pc:sldMk cId="96288346" sldId="2147471335"/>
            <ac:spMk id="17" creationId="{24FFAA20-AFF8-53FE-1660-47AB9AA639C2}"/>
          </ac:spMkLst>
        </pc:spChg>
        <pc:spChg chg="mod">
          <ac:chgData name="Sukumar, Hariharan" userId="15f7eff0-995a-4e54-9404-f821c6a8bf89" providerId="ADAL" clId="{66AE16B5-36A5-41A3-9637-979977F4BDBE}" dt="2025-10-14T20:03:11.387" v="3"/>
          <ac:spMkLst>
            <pc:docMk/>
            <pc:sldMk cId="96288346" sldId="2147471335"/>
            <ac:spMk id="25" creationId="{CB0B495C-9A48-6EAD-F322-22A8ACA3195B}"/>
          </ac:spMkLst>
        </pc:spChg>
        <pc:spChg chg="mod">
          <ac:chgData name="Sukumar, Hariharan" userId="15f7eff0-995a-4e54-9404-f821c6a8bf89" providerId="ADAL" clId="{66AE16B5-36A5-41A3-9637-979977F4BDBE}" dt="2025-10-14T20:03:11.387" v="3"/>
          <ac:spMkLst>
            <pc:docMk/>
            <pc:sldMk cId="96288346" sldId="2147471335"/>
            <ac:spMk id="31" creationId="{6AD6C626-0331-5563-5198-35126878D5B1}"/>
          </ac:spMkLst>
        </pc:spChg>
        <pc:spChg chg="mod">
          <ac:chgData name="Sukumar, Hariharan" userId="15f7eff0-995a-4e54-9404-f821c6a8bf89" providerId="ADAL" clId="{66AE16B5-36A5-41A3-9637-979977F4BDBE}" dt="2025-10-14T20:06:46.591" v="61" actId="14100"/>
          <ac:spMkLst>
            <pc:docMk/>
            <pc:sldMk cId="96288346" sldId="2147471335"/>
            <ac:spMk id="38" creationId="{1158C7A2-0A85-6A37-5EFA-2737114723D6}"/>
          </ac:spMkLst>
        </pc:spChg>
        <pc:spChg chg="mod">
          <ac:chgData name="Sukumar, Hariharan" userId="15f7eff0-995a-4e54-9404-f821c6a8bf89" providerId="ADAL" clId="{66AE16B5-36A5-41A3-9637-979977F4BDBE}" dt="2025-10-14T20:03:11.387" v="3"/>
          <ac:spMkLst>
            <pc:docMk/>
            <pc:sldMk cId="96288346" sldId="2147471335"/>
            <ac:spMk id="54" creationId="{E95574D3-C8DB-3EE7-A4E4-6B644BFAD0CC}"/>
          </ac:spMkLst>
        </pc:spChg>
        <pc:spChg chg="mod">
          <ac:chgData name="Sukumar, Hariharan" userId="15f7eff0-995a-4e54-9404-f821c6a8bf89" providerId="ADAL" clId="{66AE16B5-36A5-41A3-9637-979977F4BDBE}" dt="2025-10-14T20:03:11.387" v="3"/>
          <ac:spMkLst>
            <pc:docMk/>
            <pc:sldMk cId="96288346" sldId="2147471335"/>
            <ac:spMk id="62" creationId="{A90F6588-9C2C-F987-5D4B-8AC2008B9FD5}"/>
          </ac:spMkLst>
        </pc:spChg>
        <pc:spChg chg="mod">
          <ac:chgData name="Sukumar, Hariharan" userId="15f7eff0-995a-4e54-9404-f821c6a8bf89" providerId="ADAL" clId="{66AE16B5-36A5-41A3-9637-979977F4BDBE}" dt="2025-10-14T20:03:11.387" v="3"/>
          <ac:spMkLst>
            <pc:docMk/>
            <pc:sldMk cId="96288346" sldId="2147471335"/>
            <ac:spMk id="65" creationId="{312887B2-216F-4153-E188-5CDB8436D2C7}"/>
          </ac:spMkLst>
        </pc:spChg>
        <pc:cxnChg chg="mod">
          <ac:chgData name="Sukumar, Hariharan" userId="15f7eff0-995a-4e54-9404-f821c6a8bf89" providerId="ADAL" clId="{66AE16B5-36A5-41A3-9637-979977F4BDBE}" dt="2025-10-14T20:06:46.591" v="61" actId="14100"/>
          <ac:cxnSpMkLst>
            <pc:docMk/>
            <pc:sldMk cId="96288346" sldId="2147471335"/>
            <ac:cxnSpMk id="44" creationId="{D377E7E0-7155-D9D1-5CE7-9840296297EF}"/>
          </ac:cxnSpMkLst>
        </pc:cxnChg>
      </pc:sldChg>
      <pc:sldChg chg="addSp modSp add del">
        <pc:chgData name="Sukumar, Hariharan" userId="15f7eff0-995a-4e54-9404-f821c6a8bf89" providerId="ADAL" clId="{66AE16B5-36A5-41A3-9637-979977F4BDBE}" dt="2025-10-14T20:24:18.627" v="182" actId="47"/>
        <pc:sldMkLst>
          <pc:docMk/>
          <pc:sldMk cId="2515734591" sldId="2147471336"/>
        </pc:sldMkLst>
        <pc:spChg chg="add mod">
          <ac:chgData name="Sukumar, Hariharan" userId="15f7eff0-995a-4e54-9404-f821c6a8bf89" providerId="ADAL" clId="{66AE16B5-36A5-41A3-9637-979977F4BDBE}" dt="2025-10-14T20:07:18.492" v="63"/>
          <ac:spMkLst>
            <pc:docMk/>
            <pc:sldMk cId="2515734591" sldId="2147471336"/>
            <ac:spMk id="2" creationId="{FBD34C69-0ABE-2634-8BEB-75DFA00DE621}"/>
          </ac:spMkLst>
        </pc:spChg>
        <pc:cxnChg chg="add mod">
          <ac:chgData name="Sukumar, Hariharan" userId="15f7eff0-995a-4e54-9404-f821c6a8bf89" providerId="ADAL" clId="{66AE16B5-36A5-41A3-9637-979977F4BDBE}" dt="2025-10-14T20:07:18.492" v="63"/>
          <ac:cxnSpMkLst>
            <pc:docMk/>
            <pc:sldMk cId="2515734591" sldId="2147471336"/>
            <ac:cxnSpMk id="3" creationId="{C7F2EAFB-304E-85C8-1D42-DBC7E329B983}"/>
          </ac:cxnSpMkLst>
        </pc:cxnChg>
      </pc:sldChg>
      <pc:sldChg chg="add ord">
        <pc:chgData name="Sukumar, Hariharan" userId="15f7eff0-995a-4e54-9404-f821c6a8bf89" providerId="ADAL" clId="{66AE16B5-36A5-41A3-9637-979977F4BDBE}" dt="2025-10-14T20:23:19.974" v="181"/>
        <pc:sldMkLst>
          <pc:docMk/>
          <pc:sldMk cId="942918535" sldId="2147471337"/>
        </pc:sldMkLst>
      </pc:sldChg>
      <pc:sldChg chg="addSp modSp add del">
        <pc:chgData name="Sukumar, Hariharan" userId="15f7eff0-995a-4e54-9404-f821c6a8bf89" providerId="ADAL" clId="{66AE16B5-36A5-41A3-9637-979977F4BDBE}" dt="2025-10-14T20:22:00.575" v="171" actId="47"/>
        <pc:sldMkLst>
          <pc:docMk/>
          <pc:sldMk cId="1707257110" sldId="2147471337"/>
        </pc:sldMkLst>
        <pc:spChg chg="add mod">
          <ac:chgData name="Sukumar, Hariharan" userId="15f7eff0-995a-4e54-9404-f821c6a8bf89" providerId="ADAL" clId="{66AE16B5-36A5-41A3-9637-979977F4BDBE}" dt="2025-10-14T20:09:58.455" v="83"/>
          <ac:spMkLst>
            <pc:docMk/>
            <pc:sldMk cId="1707257110" sldId="2147471337"/>
            <ac:spMk id="2" creationId="{A996AA81-91BD-899F-26D3-F813201ECF16}"/>
          </ac:spMkLst>
        </pc:spChg>
        <pc:cxnChg chg="add mod">
          <ac:chgData name="Sukumar, Hariharan" userId="15f7eff0-995a-4e54-9404-f821c6a8bf89" providerId="ADAL" clId="{66AE16B5-36A5-41A3-9637-979977F4BDBE}" dt="2025-10-14T20:09:58.455" v="83"/>
          <ac:cxnSpMkLst>
            <pc:docMk/>
            <pc:sldMk cId="1707257110" sldId="2147471337"/>
            <ac:cxnSpMk id="3" creationId="{22E312D5-317E-A18D-B5F9-270F5F28E003}"/>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E19E13-9C77-4D13-BFB2-F6226B101714}"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C93EE-3392-4DED-95E4-E6443C625889}" type="slidenum">
              <a:rPr lang="en-US" smtClean="0"/>
              <a:t>‹#›</a:t>
            </a:fld>
            <a:endParaRPr lang="en-US"/>
          </a:p>
        </p:txBody>
      </p:sp>
    </p:spTree>
    <p:extLst>
      <p:ext uri="{BB962C8B-B14F-4D97-AF65-F5344CB8AC3E}">
        <p14:creationId xmlns:p14="http://schemas.microsoft.com/office/powerpoint/2010/main" val="1788006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B663BC2-C113-4DF0-828D-49E1A236C7F8}" type="slidenum">
              <a:rPr lang="en-US" smtClean="0"/>
              <a:t>7</a:t>
            </a:fld>
            <a:endParaRPr lang="en-US"/>
          </a:p>
        </p:txBody>
      </p:sp>
    </p:spTree>
    <p:extLst>
      <p:ext uri="{BB962C8B-B14F-4D97-AF65-F5344CB8AC3E}">
        <p14:creationId xmlns:p14="http://schemas.microsoft.com/office/powerpoint/2010/main" val="33217655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a:t>© 2022 Cognizant</a:t>
            </a:r>
            <a:endParaRPr lang="en-US" dirty="0"/>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613632" y="517327"/>
            <a:ext cx="2067983" cy="620394"/>
          </a:xfrm>
          <a:prstGeom prst="rect">
            <a:avLst/>
          </a:prstGeom>
        </p:spPr>
      </p:pic>
      <p:pic>
        <p:nvPicPr>
          <p:cNvPr id="10" name="Picture 9" descr="Logo, company name&#10;&#10;Description automatically generated">
            <a:extLst>
              <a:ext uri="{FF2B5EF4-FFF2-40B4-BE49-F238E27FC236}">
                <a16:creationId xmlns:a16="http://schemas.microsoft.com/office/drawing/2014/main" id="{A58A991D-20A5-4126-8A28-3FB8AA3F80AA}"/>
              </a:ext>
            </a:extLst>
          </p:cNvPr>
          <p:cNvPicPr>
            <a:picLocks noChangeAspect="1"/>
          </p:cNvPicPr>
          <p:nvPr userDrawn="1"/>
        </p:nvPicPr>
        <p:blipFill>
          <a:blip r:embed="rId5" cstate="hqprint">
            <a:alphaModFix/>
            <a:extLst>
              <a:ext uri="{28A0092B-C50C-407E-A947-70E740481C1C}">
                <a14:useLocalDpi xmlns:a14="http://schemas.microsoft.com/office/drawing/2010/main" val="0"/>
              </a:ext>
            </a:extLst>
          </a:blip>
          <a:stretch>
            <a:fillRect/>
          </a:stretch>
        </p:blipFill>
        <p:spPr>
          <a:xfrm>
            <a:off x="769369" y="29684"/>
            <a:ext cx="1900515" cy="1300352"/>
          </a:xfrm>
          <a:prstGeom prst="rect">
            <a:avLst/>
          </a:prstGeom>
        </p:spPr>
      </p:pic>
    </p:spTree>
    <p:extLst>
      <p:ext uri="{BB962C8B-B14F-4D97-AF65-F5344CB8AC3E}">
        <p14:creationId xmlns:p14="http://schemas.microsoft.com/office/powerpoint/2010/main" val="3723968403"/>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a:t>© 2022 Cognizant</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spTree>
    <p:extLst>
      <p:ext uri="{BB962C8B-B14F-4D97-AF65-F5344CB8AC3E}">
        <p14:creationId xmlns:p14="http://schemas.microsoft.com/office/powerpoint/2010/main" val="15673019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2022 Cognizant</a:t>
            </a:r>
            <a:endParaRPr lang="en-US" dirty="0"/>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00216"/>
            <a:ext cx="1536318" cy="460895"/>
          </a:xfrm>
          <a:prstGeom prst="rect">
            <a:avLst/>
          </a:prstGeom>
        </p:spPr>
      </p:pic>
      <p:pic>
        <p:nvPicPr>
          <p:cNvPr id="8" name="Picture 7" descr="Logo, company name&#10;&#10;Description automatically generated">
            <a:extLst>
              <a:ext uri="{FF2B5EF4-FFF2-40B4-BE49-F238E27FC236}">
                <a16:creationId xmlns:a16="http://schemas.microsoft.com/office/drawing/2014/main" id="{F7AFC1B2-4128-4871-BBCF-0399BB8E6DE7}"/>
              </a:ext>
            </a:extLst>
          </p:cNvPr>
          <p:cNvPicPr>
            <a:picLocks noChangeAspect="1"/>
          </p:cNvPicPr>
          <p:nvPr userDrawn="1"/>
        </p:nvPicPr>
        <p:blipFill>
          <a:blip r:embed="rId4" cstate="hqprint">
            <a:alphaModFix/>
            <a:extLst>
              <a:ext uri="{28A0092B-C50C-407E-A947-70E740481C1C}">
                <a14:useLocalDpi xmlns:a14="http://schemas.microsoft.com/office/drawing/2010/main" val="0"/>
              </a:ext>
            </a:extLst>
          </a:blip>
          <a:stretch>
            <a:fillRect/>
          </a:stretch>
        </p:blipFill>
        <p:spPr>
          <a:xfrm>
            <a:off x="8873922" y="5896224"/>
            <a:ext cx="1608496" cy="1100550"/>
          </a:xfrm>
          <a:prstGeom prst="rect">
            <a:avLst/>
          </a:prstGeom>
        </p:spPr>
      </p:pic>
    </p:spTree>
    <p:extLst>
      <p:ext uri="{BB962C8B-B14F-4D97-AF65-F5344CB8AC3E}">
        <p14:creationId xmlns:p14="http://schemas.microsoft.com/office/powerpoint/2010/main" val="2395212550"/>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2022 Cognizant</a:t>
            </a:r>
            <a:endParaRPr lang="en-US" dirty="0"/>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5" name="Picture 5">
            <a:extLst>
              <a:ext uri="{FF2B5EF4-FFF2-40B4-BE49-F238E27FC236}">
                <a16:creationId xmlns:a16="http://schemas.microsoft.com/office/drawing/2014/main" id="{4F5A2CB1-9CF4-4D76-96B7-ABCCD50B3FEE}"/>
              </a:ext>
            </a:extLst>
          </p:cNvPr>
          <p:cNvPicPr>
            <a:picLocks noChangeAspect="1"/>
          </p:cNvPicPr>
          <p:nvPr userDrawn="1"/>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00216"/>
            <a:ext cx="1536318" cy="460895"/>
          </a:xfrm>
          <a:prstGeom prst="rect">
            <a:avLst/>
          </a:prstGeom>
        </p:spPr>
      </p:pic>
    </p:spTree>
    <p:extLst>
      <p:ext uri="{BB962C8B-B14F-4D97-AF65-F5344CB8AC3E}">
        <p14:creationId xmlns:p14="http://schemas.microsoft.com/office/powerpoint/2010/main" val="1240023552"/>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2022 Cognizant</a:t>
            </a:r>
            <a:endParaRPr lang="en-US" dirty="0"/>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873885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libertymutual.service-now.com/now/nav/ui/classic/params/target/incident.do%3Fsys_id%3Daa3aa26b9714f610820aba3de053af7e%26sysparm_stack%3D%26sysparm_view%3D"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7D25B54-6779-CD4A-A56B-DDD9A9221720}"/>
              </a:ext>
            </a:extLst>
          </p:cNvPr>
          <p:cNvSpPr>
            <a:spLocks noGrp="1"/>
          </p:cNvSpPr>
          <p:nvPr>
            <p:ph type="ftr" sz="quarter" idx="11"/>
          </p:nvPr>
        </p:nvSpPr>
        <p:spPr/>
        <p:txBody>
          <a:bodyPr/>
          <a:lstStyle/>
          <a:p>
            <a:r>
              <a:rPr lang="en-US" dirty="0"/>
              <a:t>© 2025 Cognizant</a:t>
            </a:r>
          </a:p>
        </p:txBody>
      </p:sp>
      <p:sp>
        <p:nvSpPr>
          <p:cNvPr id="8" name="Title 14">
            <a:extLst>
              <a:ext uri="{FF2B5EF4-FFF2-40B4-BE49-F238E27FC236}">
                <a16:creationId xmlns:a16="http://schemas.microsoft.com/office/drawing/2014/main" id="{8713D171-9859-4F05-A184-5ACF011DCAC3}"/>
              </a:ext>
            </a:extLst>
          </p:cNvPr>
          <p:cNvSpPr txBox="1">
            <a:spLocks/>
          </p:cNvSpPr>
          <p:nvPr/>
        </p:nvSpPr>
        <p:spPr>
          <a:xfrm>
            <a:off x="294360" y="2143807"/>
            <a:ext cx="8896293" cy="2266621"/>
          </a:xfrm>
          <a:prstGeom prst="rect">
            <a:avLst/>
          </a:prstGeom>
        </p:spPr>
        <p:txBody>
          <a:bodyPr vert="horz" wrap="square" lIns="0" tIns="0" rIns="0" bIns="0" rtlCol="0" anchor="b" anchorCtr="0">
            <a:noAutofit/>
          </a:bodyPr>
          <a:lstStyle>
            <a:lvl1pPr algn="l" defTabSz="914400" rtl="0" eaLnBrk="1" latinLnBrk="0" hangingPunct="1">
              <a:lnSpc>
                <a:spcPct val="100000"/>
              </a:lnSpc>
              <a:spcBef>
                <a:spcPct val="0"/>
              </a:spcBef>
              <a:buNone/>
              <a:defRPr sz="3600" b="1" kern="1200">
                <a:solidFill>
                  <a:schemeClr val="tx2"/>
                </a:solidFill>
                <a:latin typeface="+mj-lt"/>
                <a:ea typeface="+mj-ea"/>
                <a:cs typeface="+mj-cs"/>
              </a:defRPr>
            </a:lvl1pPr>
          </a:lstStyle>
          <a:p>
            <a:r>
              <a:rPr lang="en-US" sz="2400" dirty="0"/>
              <a:t>Reinsurance – </a:t>
            </a:r>
          </a:p>
          <a:p>
            <a:r>
              <a:rPr lang="en-US" sz="2400" dirty="0"/>
              <a:t>L1L2 Scope of work Operations </a:t>
            </a:r>
          </a:p>
          <a:p>
            <a:endParaRPr lang="en-US" sz="2400" dirty="0"/>
          </a:p>
          <a:p>
            <a:endParaRPr lang="en-US" sz="2400" dirty="0"/>
          </a:p>
        </p:txBody>
      </p:sp>
      <p:sp>
        <p:nvSpPr>
          <p:cNvPr id="14" name="Text Placeholder 12">
            <a:extLst>
              <a:ext uri="{FF2B5EF4-FFF2-40B4-BE49-F238E27FC236}">
                <a16:creationId xmlns:a16="http://schemas.microsoft.com/office/drawing/2014/main" id="{E70E9098-5F60-4BA9-AA58-FE60D2364E45}"/>
              </a:ext>
            </a:extLst>
          </p:cNvPr>
          <p:cNvSpPr txBox="1">
            <a:spLocks/>
          </p:cNvSpPr>
          <p:nvPr/>
        </p:nvSpPr>
        <p:spPr>
          <a:xfrm>
            <a:off x="294360" y="5014903"/>
            <a:ext cx="4013178" cy="365125"/>
          </a:xfrm>
          <a:prstGeom prst="rect">
            <a:avLst/>
          </a:prstGeom>
        </p:spPr>
        <p:txBody>
          <a:bodyPr vert="horz" wrap="none"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tabLst/>
              <a:defRPr sz="1200" kern="1200">
                <a:solidFill>
                  <a:schemeClr val="tx1"/>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tabLst/>
              <a:defRPr sz="1600" kern="1200">
                <a:solidFill>
                  <a:schemeClr val="bg2"/>
                </a:solidFill>
                <a:latin typeface="+mn-lt"/>
                <a:ea typeface="+mn-ea"/>
                <a:cs typeface="+mn-cs"/>
              </a:defRPr>
            </a:lvl2pPr>
            <a:lvl3pPr marL="914400" indent="0" algn="l" defTabSz="914400" rtl="0" eaLnBrk="1" latinLnBrk="0" hangingPunct="1">
              <a:lnSpc>
                <a:spcPct val="100000"/>
              </a:lnSpc>
              <a:spcBef>
                <a:spcPts val="500"/>
              </a:spcBef>
              <a:buFont typeface="Cambria" panose="02040503050406030204" pitchFamily="18" charset="0"/>
              <a:buNone/>
              <a:tabLst/>
              <a:defRPr sz="1600" kern="1200">
                <a:solidFill>
                  <a:schemeClr val="bg2"/>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bg2"/>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July 7, 2025</a:t>
            </a:r>
          </a:p>
        </p:txBody>
      </p:sp>
    </p:spTree>
    <p:extLst>
      <p:ext uri="{BB962C8B-B14F-4D97-AF65-F5344CB8AC3E}">
        <p14:creationId xmlns:p14="http://schemas.microsoft.com/office/powerpoint/2010/main" val="1616839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EB414-D564-3E2B-F61D-8463C97491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63AB0-D039-74D7-F860-73D4D45A26AB}"/>
              </a:ext>
            </a:extLst>
          </p:cNvPr>
          <p:cNvSpPr>
            <a:spLocks noGrp="1"/>
          </p:cNvSpPr>
          <p:nvPr>
            <p:ph type="title"/>
          </p:nvPr>
        </p:nvSpPr>
        <p:spPr>
          <a:xfrm>
            <a:off x="274318" y="228602"/>
            <a:ext cx="10808209" cy="326423"/>
          </a:xfrm>
        </p:spPr>
        <p:txBody>
          <a:bodyPr/>
          <a:lstStyle/>
          <a:p>
            <a:r>
              <a:rPr lang="en-US" dirty="0"/>
              <a:t>L1L2 Scope of work</a:t>
            </a:r>
          </a:p>
        </p:txBody>
      </p:sp>
      <p:sp>
        <p:nvSpPr>
          <p:cNvPr id="4" name="Footer Placeholder 3">
            <a:extLst>
              <a:ext uri="{FF2B5EF4-FFF2-40B4-BE49-F238E27FC236}">
                <a16:creationId xmlns:a16="http://schemas.microsoft.com/office/drawing/2014/main" id="{2CAAA3E8-2170-D0E0-51ED-D911E39EDB82}"/>
              </a:ext>
            </a:extLst>
          </p:cNvPr>
          <p:cNvSpPr>
            <a:spLocks noGrp="1"/>
          </p:cNvSpPr>
          <p:nvPr>
            <p:ph type="ftr" sz="quarter" idx="3"/>
          </p:nvPr>
        </p:nvSpPr>
        <p:spPr/>
        <p:txBody>
          <a:bodyPr/>
          <a:lstStyle/>
          <a:p>
            <a:r>
              <a:rPr lang="en-US" dirty="0"/>
              <a:t>© 2025 Cognizant</a:t>
            </a:r>
          </a:p>
        </p:txBody>
      </p:sp>
      <p:sp>
        <p:nvSpPr>
          <p:cNvPr id="5" name="Slide Number Placeholder 4">
            <a:extLst>
              <a:ext uri="{FF2B5EF4-FFF2-40B4-BE49-F238E27FC236}">
                <a16:creationId xmlns:a16="http://schemas.microsoft.com/office/drawing/2014/main" id="{C785E6DC-3448-3333-5799-6B9FD1A758E7}"/>
              </a:ext>
            </a:extLst>
          </p:cNvPr>
          <p:cNvSpPr>
            <a:spLocks noGrp="1"/>
          </p:cNvSpPr>
          <p:nvPr>
            <p:ph type="sldNum" sz="quarter" idx="4"/>
          </p:nvPr>
        </p:nvSpPr>
        <p:spPr/>
        <p:txBody>
          <a:bodyPr/>
          <a:lstStyle/>
          <a:p>
            <a:fld id="{C53E075B-3175-45CF-B3C7-FEDF3F5961E3}" type="slidenum">
              <a:rPr lang="en-US" smtClean="0"/>
              <a:pPr/>
              <a:t>2</a:t>
            </a:fld>
            <a:endParaRPr lang="en-US" dirty="0"/>
          </a:p>
        </p:txBody>
      </p:sp>
      <p:cxnSp>
        <p:nvCxnSpPr>
          <p:cNvPr id="11" name="Straight Connector 10">
            <a:extLst>
              <a:ext uri="{FF2B5EF4-FFF2-40B4-BE49-F238E27FC236}">
                <a16:creationId xmlns:a16="http://schemas.microsoft.com/office/drawing/2014/main" id="{0A51E375-A498-9232-A3A3-3FE7E5C804B2}"/>
              </a:ext>
            </a:extLst>
          </p:cNvPr>
          <p:cNvCxnSpPr/>
          <p:nvPr/>
        </p:nvCxnSpPr>
        <p:spPr>
          <a:xfrm flipV="1">
            <a:off x="489004" y="601798"/>
            <a:ext cx="10937021" cy="6361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62D1224-4923-ED6B-9E79-7F1D70D55FCF}"/>
              </a:ext>
            </a:extLst>
          </p:cNvPr>
          <p:cNvSpPr/>
          <p:nvPr/>
        </p:nvSpPr>
        <p:spPr>
          <a:xfrm>
            <a:off x="489004" y="745855"/>
            <a:ext cx="6015163" cy="503474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SOP Tasks</a:t>
            </a:r>
          </a:p>
          <a:p>
            <a:pPr marR="0">
              <a:lnSpc>
                <a:spcPct val="107000"/>
              </a:lnSpc>
              <a:spcBef>
                <a:spcPts val="0"/>
              </a:spcBef>
              <a:spcAft>
                <a:spcPts val="800"/>
              </a:spcAft>
            </a:pPr>
            <a:r>
              <a:rPr lang="en-US" sz="1400" dirty="0">
                <a:solidFill>
                  <a:schemeClr val="tx1">
                    <a:lumMod val="90000"/>
                    <a:lumOff val="10000"/>
                  </a:schemeClr>
                </a:solidFill>
              </a:rPr>
              <a:t>L1L2 handles the Book close tasks, Monthly, quarterly and yearend activities per SOP instructions for AM URS, LM URS and CM URS. </a:t>
            </a:r>
            <a:br>
              <a:rPr lang="en-US" sz="1400" dirty="0">
                <a:solidFill>
                  <a:schemeClr val="tx1">
                    <a:lumMod val="90000"/>
                    <a:lumOff val="10000"/>
                  </a:schemeClr>
                </a:solidFill>
              </a:rPr>
            </a:br>
            <a:br>
              <a:rPr lang="en-US" sz="1400" dirty="0">
                <a:solidFill>
                  <a:schemeClr val="tx1">
                    <a:lumMod val="90000"/>
                    <a:lumOff val="10000"/>
                  </a:schemeClr>
                </a:solidFill>
              </a:rPr>
            </a:br>
            <a:r>
              <a:rPr lang="en-US" sz="1400" b="1" dirty="0">
                <a:solidFill>
                  <a:schemeClr val="tx1"/>
                </a:solidFill>
              </a:rPr>
              <a:t>Incident Management</a:t>
            </a:r>
            <a:br>
              <a:rPr lang="en-US" sz="1400" b="1" dirty="0">
                <a:solidFill>
                  <a:schemeClr val="tx1"/>
                </a:solidFill>
              </a:rPr>
            </a:br>
            <a:r>
              <a:rPr lang="en-US" sz="1200" dirty="0">
                <a:solidFill>
                  <a:schemeClr val="tx1">
                    <a:lumMod val="90000"/>
                    <a:lumOff val="10000"/>
                  </a:schemeClr>
                </a:solidFill>
              </a:rPr>
              <a:t>L1L2 involves in the incident management process to handle the incidents for Batch failures and alerts, User access issues.</a:t>
            </a:r>
            <a:br>
              <a:rPr lang="en-US" sz="1200" dirty="0">
                <a:solidFill>
                  <a:schemeClr val="tx1">
                    <a:lumMod val="90000"/>
                    <a:lumOff val="10000"/>
                  </a:schemeClr>
                </a:solidFill>
              </a:rPr>
            </a:br>
            <a:endParaRPr lang="en-US" sz="1200" dirty="0">
              <a:solidFill>
                <a:schemeClr val="tx1">
                  <a:lumMod val="90000"/>
                  <a:lumOff val="10000"/>
                </a:schemeClr>
              </a:solidFill>
            </a:endParaRPr>
          </a:p>
          <a:p>
            <a:r>
              <a:rPr lang="en-US" sz="1400" b="1" dirty="0">
                <a:solidFill>
                  <a:schemeClr val="tx1"/>
                </a:solidFill>
              </a:rPr>
              <a:t>Service requests</a:t>
            </a:r>
          </a:p>
          <a:p>
            <a:r>
              <a:rPr lang="en-US" sz="1200" dirty="0">
                <a:solidFill>
                  <a:schemeClr val="tx1">
                    <a:lumMod val="90000"/>
                    <a:lumOff val="10000"/>
                  </a:schemeClr>
                </a:solidFill>
              </a:rPr>
              <a:t>L1L2 handles the service requests created for the on demand runs, special schedule runs requested by Goaldiggers. Also handles the year end activity for the Pre and Post URS updates.</a:t>
            </a:r>
          </a:p>
          <a:p>
            <a:endParaRPr lang="en-US" sz="1200" dirty="0">
              <a:solidFill>
                <a:schemeClr val="tx1">
                  <a:lumMod val="90000"/>
                  <a:lumOff val="10000"/>
                </a:schemeClr>
              </a:solidFill>
            </a:endParaRPr>
          </a:p>
          <a:p>
            <a:pPr>
              <a:lnSpc>
                <a:spcPct val="107000"/>
              </a:lnSpc>
              <a:spcAft>
                <a:spcPts val="800"/>
              </a:spcAft>
            </a:pPr>
            <a:r>
              <a:rPr lang="en-US" sz="1400" b="1" dirty="0">
                <a:solidFill>
                  <a:schemeClr val="tx1"/>
                </a:solidFill>
              </a:rPr>
              <a:t>Automation / Perm fixes</a:t>
            </a:r>
          </a:p>
          <a:p>
            <a:pPr>
              <a:lnSpc>
                <a:spcPct val="107000"/>
              </a:lnSpc>
              <a:spcAft>
                <a:spcPts val="800"/>
              </a:spcAft>
            </a:pPr>
            <a:r>
              <a:rPr lang="en-US" sz="1200" dirty="0">
                <a:solidFill>
                  <a:schemeClr val="tx1">
                    <a:lumMod val="90000"/>
                    <a:lumOff val="10000"/>
                  </a:schemeClr>
                </a:solidFill>
              </a:rPr>
              <a:t>L1L2 handles the below automation and Permanent fixes and reach out to Goaldiggers for reviewing the proposed fixes that includes redundant batch failures, schedule updates, automation of SOPs and optimization of batch jobs.</a:t>
            </a:r>
          </a:p>
          <a:p>
            <a:pPr>
              <a:lnSpc>
                <a:spcPct val="107000"/>
              </a:lnSpc>
              <a:spcAft>
                <a:spcPts val="800"/>
              </a:spcAft>
            </a:pPr>
            <a:endParaRPr lang="en-US" sz="1200" dirty="0">
              <a:solidFill>
                <a:schemeClr val="tx1">
                  <a:lumMod val="90000"/>
                  <a:lumOff val="10000"/>
                </a:schemeClr>
              </a:solidFill>
            </a:endParaRPr>
          </a:p>
        </p:txBody>
      </p:sp>
      <p:sp>
        <p:nvSpPr>
          <p:cNvPr id="3" name="Rectangle 2">
            <a:extLst>
              <a:ext uri="{FF2B5EF4-FFF2-40B4-BE49-F238E27FC236}">
                <a16:creationId xmlns:a16="http://schemas.microsoft.com/office/drawing/2014/main" id="{C652A913-2DCD-7FA2-6733-45EFB12F5E4A}"/>
              </a:ext>
            </a:extLst>
          </p:cNvPr>
          <p:cNvSpPr/>
          <p:nvPr/>
        </p:nvSpPr>
        <p:spPr>
          <a:xfrm>
            <a:off x="6579638" y="745855"/>
            <a:ext cx="5123358" cy="503474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SOP Tasks</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Email communication to Goaldiggers</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Engage through Teams chat if no response for email</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Engage through phone call if no response in Teams chat</a:t>
            </a:r>
          </a:p>
          <a:p>
            <a:endParaRPr lang="en-US" sz="1400" b="1" dirty="0">
              <a:solidFill>
                <a:schemeClr val="tx1"/>
              </a:solidFill>
            </a:endParaRPr>
          </a:p>
          <a:p>
            <a:r>
              <a:rPr lang="en-US" sz="1400" b="1" dirty="0">
                <a:solidFill>
                  <a:schemeClr val="tx1"/>
                </a:solidFill>
              </a:rPr>
              <a:t>Incident Management</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Email communication to Goaldiggers</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Engage through Teams chat if no response for email</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Engage through phone call if no response in Teams chat (Offshore followed by Onshore during non-business hours)</a:t>
            </a:r>
          </a:p>
          <a:p>
            <a:pPr marR="0" algn="just">
              <a:spcBef>
                <a:spcPts val="0"/>
              </a:spcBef>
            </a:pPr>
            <a:endParaRPr lang="en-US" sz="1200" dirty="0">
              <a:solidFill>
                <a:schemeClr val="tx1">
                  <a:lumMod val="90000"/>
                  <a:lumOff val="10000"/>
                </a:schemeClr>
              </a:solidFill>
            </a:endParaRPr>
          </a:p>
          <a:p>
            <a:r>
              <a:rPr lang="en-US" sz="1400" b="1" dirty="0">
                <a:solidFill>
                  <a:schemeClr val="tx1"/>
                </a:solidFill>
              </a:rPr>
              <a:t>Service requests</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Email communication to Goaldiggers</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Engage through Teams chat if no response for email</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Engage through phone call if no response in Teams chat (Offshore followed by Onshore during non-business hours)</a:t>
            </a:r>
          </a:p>
          <a:p>
            <a:endParaRPr lang="en-US" sz="1200" dirty="0">
              <a:solidFill>
                <a:schemeClr val="tx1">
                  <a:lumMod val="90000"/>
                  <a:lumOff val="10000"/>
                </a:schemeClr>
              </a:solidFill>
            </a:endParaRPr>
          </a:p>
          <a:p>
            <a:pPr>
              <a:lnSpc>
                <a:spcPct val="107000"/>
              </a:lnSpc>
              <a:spcAft>
                <a:spcPts val="800"/>
              </a:spcAft>
            </a:pPr>
            <a:r>
              <a:rPr lang="en-US" sz="1400" b="1" dirty="0">
                <a:solidFill>
                  <a:schemeClr val="tx1"/>
                </a:solidFill>
              </a:rPr>
              <a:t>Automation / Perm fixes</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Engage through Teams meeting to review the test cases</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Email communication to Goaldiggers</a:t>
            </a:r>
          </a:p>
          <a:p>
            <a:pPr marL="285750" marR="0" indent="-285750" algn="just">
              <a:spcBef>
                <a:spcPts val="0"/>
              </a:spcBef>
              <a:buFont typeface="Wingdings" panose="05000000000000000000" pitchFamily="2" charset="2"/>
              <a:buChar char="Ø"/>
            </a:pPr>
            <a:r>
              <a:rPr lang="en-US" sz="1200" dirty="0">
                <a:solidFill>
                  <a:schemeClr val="tx1">
                    <a:lumMod val="90000"/>
                    <a:lumOff val="10000"/>
                  </a:schemeClr>
                </a:solidFill>
              </a:rPr>
              <a:t>Create SD Ticket to Goaldiggers and follow up for review</a:t>
            </a:r>
          </a:p>
          <a:p>
            <a:pPr marL="285750" indent="-285750" algn="just">
              <a:buFont typeface="Wingdings" panose="05000000000000000000" pitchFamily="2" charset="2"/>
              <a:buChar char="Ø"/>
            </a:pPr>
            <a:r>
              <a:rPr lang="en-US" sz="1200" dirty="0">
                <a:solidFill>
                  <a:schemeClr val="tx1">
                    <a:lumMod val="90000"/>
                    <a:lumOff val="10000"/>
                  </a:schemeClr>
                </a:solidFill>
              </a:rPr>
              <a:t>Engage through Teams chat if no response in the ticket</a:t>
            </a:r>
          </a:p>
          <a:p>
            <a:pPr marL="285750" marR="0" indent="-285750" algn="just">
              <a:spcBef>
                <a:spcPts val="0"/>
              </a:spcBef>
              <a:buFont typeface="Wingdings" panose="05000000000000000000" pitchFamily="2" charset="2"/>
              <a:buChar char="Ø"/>
            </a:pPr>
            <a:endParaRPr lang="en-US" sz="1200" dirty="0">
              <a:solidFill>
                <a:schemeClr val="tx1">
                  <a:lumMod val="90000"/>
                  <a:lumOff val="10000"/>
                </a:schemeClr>
              </a:solidFill>
            </a:endParaRPr>
          </a:p>
          <a:p>
            <a:pPr>
              <a:lnSpc>
                <a:spcPct val="107000"/>
              </a:lnSpc>
              <a:spcAft>
                <a:spcPts val="800"/>
              </a:spcAft>
            </a:pPr>
            <a:r>
              <a:rPr lang="en-US" sz="1200" dirty="0">
                <a:solidFill>
                  <a:schemeClr val="tx1">
                    <a:lumMod val="90000"/>
                    <a:lumOff val="10000"/>
                  </a:schemeClr>
                </a:solidFill>
              </a:rPr>
              <a:t>.</a:t>
            </a:r>
          </a:p>
        </p:txBody>
      </p:sp>
    </p:spTree>
    <p:extLst>
      <p:ext uri="{BB962C8B-B14F-4D97-AF65-F5344CB8AC3E}">
        <p14:creationId xmlns:p14="http://schemas.microsoft.com/office/powerpoint/2010/main" val="966195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2AA68-01F8-43C3-2754-39744D439C6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1BED50DA-5A92-5FB0-9383-73C114D03E4D}"/>
              </a:ext>
            </a:extLst>
          </p:cNvPr>
          <p:cNvSpPr/>
          <p:nvPr/>
        </p:nvSpPr>
        <p:spPr>
          <a:xfrm>
            <a:off x="553419" y="4762763"/>
            <a:ext cx="11535592" cy="1547737"/>
          </a:xfrm>
          <a:prstGeom prst="rect">
            <a:avLst/>
          </a:prstGeom>
          <a:solidFill>
            <a:schemeClr val="accent4">
              <a:lumMod val="20000"/>
              <a:lumOff val="80000"/>
            </a:schemeClr>
          </a:solidFill>
          <a:ln w="38100" cap="flat" cmpd="sng" algn="ctr">
            <a:no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endParaRPr lang="en-US" b="1" kern="0" dirty="0">
              <a:solidFill>
                <a:prstClr val="white"/>
              </a:solidFill>
              <a:cs typeface="Calibri" panose="020F0502020204030204" pitchFamily="34" charset="0"/>
            </a:endParaRPr>
          </a:p>
        </p:txBody>
      </p:sp>
      <p:sp>
        <p:nvSpPr>
          <p:cNvPr id="5" name="Slide Number Placeholder 4">
            <a:extLst>
              <a:ext uri="{FF2B5EF4-FFF2-40B4-BE49-F238E27FC236}">
                <a16:creationId xmlns:a16="http://schemas.microsoft.com/office/drawing/2014/main" id="{433CDF62-BB20-D2DC-CAA3-A6D82BEE346C}"/>
              </a:ext>
            </a:extLst>
          </p:cNvPr>
          <p:cNvSpPr>
            <a:spLocks noGrp="1"/>
          </p:cNvSpPr>
          <p:nvPr>
            <p:ph type="sldNum" sz="quarter" idx="4"/>
          </p:nvPr>
        </p:nvSpPr>
        <p:spPr/>
        <p:txBody>
          <a:bodyPr/>
          <a:lstStyle/>
          <a:p>
            <a:fld id="{C53E075B-3175-45CF-B3C7-FEDF3F5961E3}" type="slidenum">
              <a:rPr lang="en-US" smtClean="0"/>
              <a:pPr/>
              <a:t>3</a:t>
            </a:fld>
            <a:endParaRPr lang="en-US" dirty="0"/>
          </a:p>
        </p:txBody>
      </p:sp>
      <p:sp>
        <p:nvSpPr>
          <p:cNvPr id="11" name="Rectangle 10">
            <a:extLst>
              <a:ext uri="{FF2B5EF4-FFF2-40B4-BE49-F238E27FC236}">
                <a16:creationId xmlns:a16="http://schemas.microsoft.com/office/drawing/2014/main" id="{F8E13600-C847-5E6A-39AE-07F5FC23EFBB}"/>
              </a:ext>
            </a:extLst>
          </p:cNvPr>
          <p:cNvSpPr/>
          <p:nvPr/>
        </p:nvSpPr>
        <p:spPr>
          <a:xfrm>
            <a:off x="457200" y="2361716"/>
            <a:ext cx="11631812" cy="2347336"/>
          </a:xfrm>
          <a:prstGeom prst="rect">
            <a:avLst/>
          </a:prstGeom>
          <a:solidFill>
            <a:schemeClr val="accent1">
              <a:lumMod val="20000"/>
              <a:lumOff val="80000"/>
            </a:schemeClr>
          </a:solidFill>
          <a:ln w="38100" cap="flat" cmpd="sng" algn="ctr">
            <a:no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endParaRPr lang="en-US" b="1" kern="0" dirty="0">
              <a:solidFill>
                <a:prstClr val="white"/>
              </a:solidFill>
              <a:cs typeface="Calibri" panose="020F0502020204030204" pitchFamily="34" charset="0"/>
            </a:endParaRPr>
          </a:p>
        </p:txBody>
      </p:sp>
      <p:sp>
        <p:nvSpPr>
          <p:cNvPr id="12" name="Rounded Rectangle 7">
            <a:extLst>
              <a:ext uri="{FF2B5EF4-FFF2-40B4-BE49-F238E27FC236}">
                <a16:creationId xmlns:a16="http://schemas.microsoft.com/office/drawing/2014/main" id="{72DF2625-F8A6-EDE6-EC8A-A9F8B7AE39CA}"/>
              </a:ext>
            </a:extLst>
          </p:cNvPr>
          <p:cNvSpPr>
            <a:spLocks noGrp="1"/>
          </p:cNvSpPr>
          <p:nvPr>
            <p:ph type="title"/>
          </p:nvPr>
        </p:nvSpPr>
        <p:spPr>
          <a:xfrm>
            <a:off x="33102" y="12908"/>
            <a:ext cx="12109725" cy="428642"/>
          </a:xfrm>
          <a:prstGeom prst="roundRect">
            <a:avLst/>
          </a:prstGeom>
          <a:solidFill>
            <a:srgbClr val="00003E"/>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ormAutofit fontScale="90000"/>
          </a:bodyPr>
          <a:lstStyle/>
          <a:p>
            <a:pPr>
              <a:spcBef>
                <a:spcPts val="0"/>
              </a:spcBef>
            </a:pPr>
            <a:r>
              <a:rPr lang="en-US" sz="1800" b="1" dirty="0">
                <a:solidFill>
                  <a:schemeClr val="bg1"/>
                </a:solidFill>
                <a:latin typeface="Arial" panose="020B0604020202020204" pitchFamily="34" charset="0"/>
                <a:cs typeface="Arial" panose="020B0604020202020204" pitchFamily="34" charset="0"/>
              </a:rPr>
              <a:t>Incident Management - Workflow</a:t>
            </a:r>
            <a:br>
              <a:rPr lang="en-US" altLang="en-US" sz="2800" dirty="0">
                <a:solidFill>
                  <a:schemeClr val="bg1"/>
                </a:solidFill>
                <a:latin typeface="Arial" panose="020B0604020202020204" pitchFamily="34" charset="0"/>
                <a:cs typeface="Arial" panose="020B0604020202020204" pitchFamily="34" charset="0"/>
              </a:rPr>
            </a:br>
            <a:endParaRPr lang="en-US" sz="1800" b="1" dirty="0">
              <a:solidFill>
                <a:schemeClr val="bg1"/>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DFA8C7A6-1688-3C6D-5655-79C25A3CCFB0}"/>
              </a:ext>
            </a:extLst>
          </p:cNvPr>
          <p:cNvSpPr/>
          <p:nvPr/>
        </p:nvSpPr>
        <p:spPr>
          <a:xfrm>
            <a:off x="596089" y="501548"/>
            <a:ext cx="11492922" cy="1852403"/>
          </a:xfrm>
          <a:prstGeom prst="rect">
            <a:avLst/>
          </a:prstGeom>
          <a:solidFill>
            <a:schemeClr val="accent2">
              <a:lumMod val="20000"/>
              <a:lumOff val="80000"/>
            </a:schemeClr>
          </a:solidFill>
          <a:ln w="38100" cap="flat" cmpd="sng" algn="ctr">
            <a:no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endParaRPr lang="en-US" b="1" kern="0" dirty="0">
              <a:solidFill>
                <a:prstClr val="white"/>
              </a:solidFill>
              <a:cs typeface="Calibri" panose="020F0502020204030204" pitchFamily="34" charset="0"/>
            </a:endParaRPr>
          </a:p>
        </p:txBody>
      </p:sp>
      <p:sp>
        <p:nvSpPr>
          <p:cNvPr id="15" name="Title 1">
            <a:extLst>
              <a:ext uri="{FF2B5EF4-FFF2-40B4-BE49-F238E27FC236}">
                <a16:creationId xmlns:a16="http://schemas.microsoft.com/office/drawing/2014/main" id="{89E0AF75-311B-F9B5-E7F6-07281C4CC3F8}"/>
              </a:ext>
            </a:extLst>
          </p:cNvPr>
          <p:cNvSpPr txBox="1">
            <a:spLocks/>
          </p:cNvSpPr>
          <p:nvPr/>
        </p:nvSpPr>
        <p:spPr>
          <a:xfrm>
            <a:off x="1002739" y="585879"/>
            <a:ext cx="10840974" cy="329255"/>
          </a:xfrm>
          <a:prstGeom prst="rect">
            <a:avLst/>
          </a:prstGeom>
        </p:spPr>
        <p:txBody>
          <a:bodyPr vert="horz" lIns="91440" tIns="45720" rIns="91440" bIns="45720" rtlCol="0" anchor="ctr">
            <a:noAutofit/>
          </a:bodyPr>
          <a:lstStyle>
            <a:lvl1pPr algn="l" defTabSz="609579" rtl="0" eaLnBrk="1" latinLnBrk="0" hangingPunct="1">
              <a:spcBef>
                <a:spcPct val="0"/>
              </a:spcBef>
              <a:buNone/>
              <a:defRPr sz="2800" kern="1200">
                <a:solidFill>
                  <a:srgbClr val="002664"/>
                </a:solidFill>
                <a:latin typeface="Tahoma" panose="020B0604030504040204" pitchFamily="34" charset="0"/>
                <a:ea typeface="Tahoma" panose="020B0604030504040204" pitchFamily="34" charset="0"/>
                <a:cs typeface="Tahoma" panose="020B0604030504040204" pitchFamily="34" charset="0"/>
              </a:defRPr>
            </a:lvl1pPr>
          </a:lstStyle>
          <a:p>
            <a:endParaRPr lang="en-US" altLang="en-US" sz="2400"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A6F6F795-88E3-EC46-0FB7-0E412A916F03}"/>
              </a:ext>
            </a:extLst>
          </p:cNvPr>
          <p:cNvSpPr/>
          <p:nvPr/>
        </p:nvSpPr>
        <p:spPr>
          <a:xfrm>
            <a:off x="24917" y="487266"/>
            <a:ext cx="544616" cy="1900989"/>
          </a:xfrm>
          <a:prstGeom prst="rect">
            <a:avLst/>
          </a:prstGeom>
          <a:solidFill>
            <a:srgbClr val="4F81BD"/>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r>
              <a:rPr lang="en-US" sz="1400" b="1" kern="0" dirty="0">
                <a:solidFill>
                  <a:prstClr val="white"/>
                </a:solidFill>
                <a:cs typeface="Calibri" panose="020F0502020204030204" pitchFamily="34" charset="0"/>
              </a:rPr>
              <a:t>L3 Team</a:t>
            </a:r>
          </a:p>
        </p:txBody>
      </p:sp>
      <p:sp>
        <p:nvSpPr>
          <p:cNvPr id="17" name="Rectangle 16">
            <a:extLst>
              <a:ext uri="{FF2B5EF4-FFF2-40B4-BE49-F238E27FC236}">
                <a16:creationId xmlns:a16="http://schemas.microsoft.com/office/drawing/2014/main" id="{80AD26A4-23D9-458E-F502-DD0149085B56}"/>
              </a:ext>
            </a:extLst>
          </p:cNvPr>
          <p:cNvSpPr/>
          <p:nvPr/>
        </p:nvSpPr>
        <p:spPr>
          <a:xfrm>
            <a:off x="27993" y="2388256"/>
            <a:ext cx="544616" cy="2329432"/>
          </a:xfrm>
          <a:prstGeom prst="rect">
            <a:avLst/>
          </a:prstGeom>
          <a:solidFill>
            <a:srgbClr val="4F81BD"/>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r>
              <a:rPr lang="en-US" sz="1600" b="1" kern="0" dirty="0">
                <a:solidFill>
                  <a:prstClr val="white"/>
                </a:solidFill>
                <a:cs typeface="Calibri" panose="020F0502020204030204" pitchFamily="34" charset="0"/>
              </a:rPr>
              <a:t>L1L2 (L1/L2)Team</a:t>
            </a:r>
            <a:endParaRPr lang="en-US" b="1" kern="0" dirty="0">
              <a:solidFill>
                <a:prstClr val="white"/>
              </a:solidFill>
              <a:cs typeface="Calibri" panose="020F0502020204030204" pitchFamily="34" charset="0"/>
            </a:endParaRPr>
          </a:p>
        </p:txBody>
      </p:sp>
      <p:sp>
        <p:nvSpPr>
          <p:cNvPr id="18" name="Rectangle 17">
            <a:extLst>
              <a:ext uri="{FF2B5EF4-FFF2-40B4-BE49-F238E27FC236}">
                <a16:creationId xmlns:a16="http://schemas.microsoft.com/office/drawing/2014/main" id="{6068D6C9-34AE-33D2-EFFB-7677E8FF2E5A}"/>
              </a:ext>
            </a:extLst>
          </p:cNvPr>
          <p:cNvSpPr/>
          <p:nvPr/>
        </p:nvSpPr>
        <p:spPr>
          <a:xfrm>
            <a:off x="27212" y="4717688"/>
            <a:ext cx="544616" cy="1592812"/>
          </a:xfrm>
          <a:prstGeom prst="rect">
            <a:avLst/>
          </a:prstGeom>
          <a:solidFill>
            <a:srgbClr val="4F81BD"/>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r>
              <a:rPr lang="en-US" sz="1400" b="1" kern="0" dirty="0">
                <a:solidFill>
                  <a:prstClr val="white"/>
                </a:solidFill>
                <a:cs typeface="Calibri" panose="020F0502020204030204" pitchFamily="34" charset="0"/>
              </a:rPr>
              <a:t>Business &amp; other  groups</a:t>
            </a:r>
          </a:p>
        </p:txBody>
      </p:sp>
      <p:sp>
        <p:nvSpPr>
          <p:cNvPr id="19" name="Rectangle 18">
            <a:extLst>
              <a:ext uri="{FF2B5EF4-FFF2-40B4-BE49-F238E27FC236}">
                <a16:creationId xmlns:a16="http://schemas.microsoft.com/office/drawing/2014/main" id="{8E24AE7F-D31F-B694-7479-6622FB3FD259}"/>
              </a:ext>
            </a:extLst>
          </p:cNvPr>
          <p:cNvSpPr/>
          <p:nvPr/>
        </p:nvSpPr>
        <p:spPr>
          <a:xfrm>
            <a:off x="8078656" y="961016"/>
            <a:ext cx="1466154" cy="669070"/>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L3 support person to acknowledge the issue</a:t>
            </a:r>
          </a:p>
        </p:txBody>
      </p:sp>
      <p:sp>
        <p:nvSpPr>
          <p:cNvPr id="20" name="Diamond 19">
            <a:extLst>
              <a:ext uri="{FF2B5EF4-FFF2-40B4-BE49-F238E27FC236}">
                <a16:creationId xmlns:a16="http://schemas.microsoft.com/office/drawing/2014/main" id="{BD1C9731-8FAF-76E9-1165-D50EC4431B6D}"/>
              </a:ext>
            </a:extLst>
          </p:cNvPr>
          <p:cNvSpPr/>
          <p:nvPr/>
        </p:nvSpPr>
        <p:spPr>
          <a:xfrm>
            <a:off x="6879355" y="2353425"/>
            <a:ext cx="1199301" cy="785092"/>
          </a:xfrm>
          <a:prstGeom prst="diamond">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nchor="ctr" anchorCtr="1"/>
          <a:lstStyle/>
          <a:p>
            <a:pPr algn="ctr" fontAlgn="base">
              <a:spcBef>
                <a:spcPct val="0"/>
              </a:spcBef>
              <a:spcAft>
                <a:spcPct val="0"/>
              </a:spcAft>
              <a:defRPr/>
            </a:pPr>
            <a:r>
              <a:rPr lang="en-US" sz="800" b="1" kern="0" dirty="0">
                <a:solidFill>
                  <a:prstClr val="black"/>
                </a:solidFill>
                <a:cs typeface="Calibri" panose="020F0502020204030204" pitchFamily="34" charset="0"/>
              </a:rPr>
              <a:t>Escalate to L3</a:t>
            </a:r>
          </a:p>
        </p:txBody>
      </p:sp>
      <p:sp>
        <p:nvSpPr>
          <p:cNvPr id="21" name="Rectangle 20">
            <a:extLst>
              <a:ext uri="{FF2B5EF4-FFF2-40B4-BE49-F238E27FC236}">
                <a16:creationId xmlns:a16="http://schemas.microsoft.com/office/drawing/2014/main" id="{55EB14B5-AF88-3CB1-A671-1C3067D0AB84}"/>
              </a:ext>
            </a:extLst>
          </p:cNvPr>
          <p:cNvSpPr/>
          <p:nvPr/>
        </p:nvSpPr>
        <p:spPr>
          <a:xfrm>
            <a:off x="8030295" y="2450085"/>
            <a:ext cx="577829"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Yes</a:t>
            </a:r>
          </a:p>
        </p:txBody>
      </p:sp>
      <p:sp>
        <p:nvSpPr>
          <p:cNvPr id="22" name="Rectangle 21">
            <a:extLst>
              <a:ext uri="{FF2B5EF4-FFF2-40B4-BE49-F238E27FC236}">
                <a16:creationId xmlns:a16="http://schemas.microsoft.com/office/drawing/2014/main" id="{FED1450B-D0E8-9B64-8D56-B37C4723BEC2}"/>
              </a:ext>
            </a:extLst>
          </p:cNvPr>
          <p:cNvSpPr/>
          <p:nvPr/>
        </p:nvSpPr>
        <p:spPr>
          <a:xfrm>
            <a:off x="3324248" y="3719499"/>
            <a:ext cx="544616"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No</a:t>
            </a:r>
          </a:p>
        </p:txBody>
      </p:sp>
      <p:sp>
        <p:nvSpPr>
          <p:cNvPr id="25" name="Rectangle 24">
            <a:extLst>
              <a:ext uri="{FF2B5EF4-FFF2-40B4-BE49-F238E27FC236}">
                <a16:creationId xmlns:a16="http://schemas.microsoft.com/office/drawing/2014/main" id="{B78BDE83-3F07-C847-0272-4D54034120BC}"/>
              </a:ext>
            </a:extLst>
          </p:cNvPr>
          <p:cNvSpPr/>
          <p:nvPr/>
        </p:nvSpPr>
        <p:spPr>
          <a:xfrm>
            <a:off x="8464502" y="2397586"/>
            <a:ext cx="1294562" cy="696551"/>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L1L2 Team</a:t>
            </a:r>
            <a:br>
              <a:rPr lang="en-US" sz="900" b="1" kern="0" dirty="0">
                <a:solidFill>
                  <a:prstClr val="black"/>
                </a:solidFill>
                <a:latin typeface="Calibri" panose="020F0502020204030204" pitchFamily="34" charset="0"/>
                <a:cs typeface="Calibri" panose="020F0502020204030204" pitchFamily="34" charset="0"/>
              </a:rPr>
            </a:br>
            <a:r>
              <a:rPr lang="en-US" sz="900" b="1" kern="0" dirty="0">
                <a:solidFill>
                  <a:prstClr val="black"/>
                </a:solidFill>
                <a:latin typeface="Calibri" panose="020F0502020204030204" pitchFamily="34" charset="0"/>
                <a:cs typeface="Calibri" panose="020F0502020204030204" pitchFamily="34" charset="0"/>
              </a:rPr>
              <a:t>Re-assigning ticket to L3</a:t>
            </a:r>
          </a:p>
        </p:txBody>
      </p:sp>
      <p:sp>
        <p:nvSpPr>
          <p:cNvPr id="32" name="Rectangle 31">
            <a:extLst>
              <a:ext uri="{FF2B5EF4-FFF2-40B4-BE49-F238E27FC236}">
                <a16:creationId xmlns:a16="http://schemas.microsoft.com/office/drawing/2014/main" id="{09068A8C-0BE6-C901-5DAF-45A361C456EE}"/>
              </a:ext>
            </a:extLst>
          </p:cNvPr>
          <p:cNvSpPr/>
          <p:nvPr/>
        </p:nvSpPr>
        <p:spPr>
          <a:xfrm>
            <a:off x="10228945" y="3173146"/>
            <a:ext cx="892136" cy="91257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Take corrective measures to solve the issue</a:t>
            </a:r>
          </a:p>
        </p:txBody>
      </p:sp>
      <p:sp>
        <p:nvSpPr>
          <p:cNvPr id="38" name="Rectangle 37">
            <a:extLst>
              <a:ext uri="{FF2B5EF4-FFF2-40B4-BE49-F238E27FC236}">
                <a16:creationId xmlns:a16="http://schemas.microsoft.com/office/drawing/2014/main" id="{111C2761-4F40-5144-D322-68EE20F54C34}"/>
              </a:ext>
            </a:extLst>
          </p:cNvPr>
          <p:cNvSpPr/>
          <p:nvPr/>
        </p:nvSpPr>
        <p:spPr>
          <a:xfrm>
            <a:off x="5285612" y="4760804"/>
            <a:ext cx="1188126" cy="749280"/>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Support groups acknowledge and analyze the issue</a:t>
            </a:r>
          </a:p>
        </p:txBody>
      </p:sp>
      <p:cxnSp>
        <p:nvCxnSpPr>
          <p:cNvPr id="44" name="Elbow Connector 430">
            <a:extLst>
              <a:ext uri="{FF2B5EF4-FFF2-40B4-BE49-F238E27FC236}">
                <a16:creationId xmlns:a16="http://schemas.microsoft.com/office/drawing/2014/main" id="{01D171CF-DC01-35F8-DBF6-C38656D846B6}"/>
              </a:ext>
            </a:extLst>
          </p:cNvPr>
          <p:cNvCxnSpPr>
            <a:cxnSpLocks/>
            <a:stCxn id="38" idx="3"/>
            <a:endCxn id="32" idx="2"/>
          </p:cNvCxnSpPr>
          <p:nvPr/>
        </p:nvCxnSpPr>
        <p:spPr>
          <a:xfrm flipV="1">
            <a:off x="6473738" y="4085721"/>
            <a:ext cx="4201275" cy="10497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FFF30C9F-AB0A-B73D-2600-19529C358013}"/>
              </a:ext>
            </a:extLst>
          </p:cNvPr>
          <p:cNvSpPr/>
          <p:nvPr/>
        </p:nvSpPr>
        <p:spPr>
          <a:xfrm>
            <a:off x="11438626" y="3236807"/>
            <a:ext cx="639588" cy="687220"/>
          </a:xfrm>
          <a:prstGeom prst="ellipse">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none" rtlCol="0" anchor="ct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Resolve </a:t>
            </a:r>
          </a:p>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Incident</a:t>
            </a:r>
          </a:p>
        </p:txBody>
      </p:sp>
      <p:cxnSp>
        <p:nvCxnSpPr>
          <p:cNvPr id="47" name="Straight Arrow Connector 46">
            <a:extLst>
              <a:ext uri="{FF2B5EF4-FFF2-40B4-BE49-F238E27FC236}">
                <a16:creationId xmlns:a16="http://schemas.microsoft.com/office/drawing/2014/main" id="{21A0BBA5-E744-F77B-7A97-B60FC862D180}"/>
              </a:ext>
            </a:extLst>
          </p:cNvPr>
          <p:cNvCxnSpPr>
            <a:cxnSpLocks/>
            <a:stCxn id="31" idx="3"/>
            <a:endCxn id="38" idx="1"/>
          </p:cNvCxnSpPr>
          <p:nvPr/>
        </p:nvCxnSpPr>
        <p:spPr>
          <a:xfrm flipV="1">
            <a:off x="4450120" y="5135444"/>
            <a:ext cx="835492" cy="26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66C9E02-160F-E49F-FE1C-F7C837C46454}"/>
              </a:ext>
            </a:extLst>
          </p:cNvPr>
          <p:cNvCxnSpPr>
            <a:cxnSpLocks/>
            <a:stCxn id="53" idx="6"/>
            <a:endCxn id="54" idx="1"/>
          </p:cNvCxnSpPr>
          <p:nvPr/>
        </p:nvCxnSpPr>
        <p:spPr>
          <a:xfrm flipV="1">
            <a:off x="1632071" y="2771662"/>
            <a:ext cx="317271" cy="50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F7AC6BA8-8C04-0A4C-1EFD-7020CF48AE7D}"/>
              </a:ext>
            </a:extLst>
          </p:cNvPr>
          <p:cNvSpPr/>
          <p:nvPr/>
        </p:nvSpPr>
        <p:spPr>
          <a:xfrm>
            <a:off x="589213" y="2379669"/>
            <a:ext cx="1042858" cy="794017"/>
          </a:xfrm>
          <a:prstGeom prst="ellipse">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none" rtlCol="0" anchor="ct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Incident tickets</a:t>
            </a:r>
          </a:p>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Received in</a:t>
            </a:r>
          </a:p>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Service Now </a:t>
            </a:r>
          </a:p>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Queue</a:t>
            </a:r>
          </a:p>
        </p:txBody>
      </p:sp>
      <p:sp>
        <p:nvSpPr>
          <p:cNvPr id="54" name="Rectangle 53">
            <a:extLst>
              <a:ext uri="{FF2B5EF4-FFF2-40B4-BE49-F238E27FC236}">
                <a16:creationId xmlns:a16="http://schemas.microsoft.com/office/drawing/2014/main" id="{0EBA974E-C046-5105-D7DB-20E67FB60B34}"/>
              </a:ext>
            </a:extLst>
          </p:cNvPr>
          <p:cNvSpPr/>
          <p:nvPr/>
        </p:nvSpPr>
        <p:spPr>
          <a:xfrm>
            <a:off x="1949342" y="2578016"/>
            <a:ext cx="932959" cy="387292"/>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Acknowledged by L1L2</a:t>
            </a:r>
          </a:p>
        </p:txBody>
      </p:sp>
      <p:cxnSp>
        <p:nvCxnSpPr>
          <p:cNvPr id="55" name="Straight Arrow Connector 54">
            <a:extLst>
              <a:ext uri="{FF2B5EF4-FFF2-40B4-BE49-F238E27FC236}">
                <a16:creationId xmlns:a16="http://schemas.microsoft.com/office/drawing/2014/main" id="{F441D913-559A-F6F3-99E2-B0F8800A7550}"/>
              </a:ext>
            </a:extLst>
          </p:cNvPr>
          <p:cNvCxnSpPr>
            <a:cxnSpLocks/>
            <a:stCxn id="54" idx="3"/>
            <a:endCxn id="65" idx="1"/>
          </p:cNvCxnSpPr>
          <p:nvPr/>
        </p:nvCxnSpPr>
        <p:spPr>
          <a:xfrm flipV="1">
            <a:off x="2882301" y="2761292"/>
            <a:ext cx="277952" cy="10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Rectangle 60">
            <a:extLst>
              <a:ext uri="{FF2B5EF4-FFF2-40B4-BE49-F238E27FC236}">
                <a16:creationId xmlns:a16="http://schemas.microsoft.com/office/drawing/2014/main" id="{AF120209-4AA5-EBD7-A983-19F2B11BDA47}"/>
              </a:ext>
            </a:extLst>
          </p:cNvPr>
          <p:cNvSpPr/>
          <p:nvPr/>
        </p:nvSpPr>
        <p:spPr>
          <a:xfrm>
            <a:off x="5161597" y="2444238"/>
            <a:ext cx="390218"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No</a:t>
            </a:r>
          </a:p>
        </p:txBody>
      </p:sp>
      <p:sp>
        <p:nvSpPr>
          <p:cNvPr id="62" name="Rectangle 61">
            <a:extLst>
              <a:ext uri="{FF2B5EF4-FFF2-40B4-BE49-F238E27FC236}">
                <a16:creationId xmlns:a16="http://schemas.microsoft.com/office/drawing/2014/main" id="{3783BBFD-EE2C-B645-DE6A-BF95205C9C3B}"/>
              </a:ext>
            </a:extLst>
          </p:cNvPr>
          <p:cNvSpPr/>
          <p:nvPr/>
        </p:nvSpPr>
        <p:spPr>
          <a:xfrm>
            <a:off x="4186409" y="3669113"/>
            <a:ext cx="1220515" cy="618229"/>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L1L2 team resolves issue based on SOP</a:t>
            </a:r>
            <a:endParaRPr kumimoji="0" lang="en-US" sz="9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64" name="Rectangle 63">
            <a:extLst>
              <a:ext uri="{FF2B5EF4-FFF2-40B4-BE49-F238E27FC236}">
                <a16:creationId xmlns:a16="http://schemas.microsoft.com/office/drawing/2014/main" id="{1A5C257D-70A0-DD5E-F78A-9677A06C49E6}"/>
              </a:ext>
            </a:extLst>
          </p:cNvPr>
          <p:cNvSpPr/>
          <p:nvPr/>
        </p:nvSpPr>
        <p:spPr>
          <a:xfrm>
            <a:off x="4774779" y="3251208"/>
            <a:ext cx="529250"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Yes</a:t>
            </a:r>
            <a:endParaRPr lang="en-US" sz="900"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65" name="Diamond 64">
            <a:extLst>
              <a:ext uri="{FF2B5EF4-FFF2-40B4-BE49-F238E27FC236}">
                <a16:creationId xmlns:a16="http://schemas.microsoft.com/office/drawing/2014/main" id="{2395E3AE-9495-B3A7-FAC8-CD9EDDC6D5FA}"/>
              </a:ext>
            </a:extLst>
          </p:cNvPr>
          <p:cNvSpPr/>
          <p:nvPr/>
        </p:nvSpPr>
        <p:spPr>
          <a:xfrm>
            <a:off x="3160253" y="2368746"/>
            <a:ext cx="921507" cy="785092"/>
          </a:xfrm>
          <a:prstGeom prst="diamond">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nchor="ctr" anchorCtr="1"/>
          <a:lstStyle/>
          <a:p>
            <a:pPr lvl="0"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hlinkClick r:id="" action="ppaction://noaction">
                  <a:extLst>
                    <a:ext uri="{A12FA001-AC4F-418D-AE19-62706E023703}">
                      <ahyp:hlinkClr xmlns:ahyp="http://schemas.microsoft.com/office/drawing/2018/hyperlinkcolor" val="tx"/>
                    </a:ext>
                  </a:extLst>
                </a:hlinkClick>
              </a:rPr>
              <a:t>In L1L2 scope</a:t>
            </a:r>
            <a:r>
              <a:rPr lang="en-US" sz="900" b="1" kern="0" dirty="0">
                <a:solidFill>
                  <a:prstClr val="black"/>
                </a:solidFill>
                <a:latin typeface="Calibri" panose="020F0502020204030204" pitchFamily="34" charset="0"/>
                <a:cs typeface="Calibri" panose="020F0502020204030204" pitchFamily="34" charset="0"/>
              </a:rPr>
              <a:t>?</a:t>
            </a:r>
          </a:p>
        </p:txBody>
      </p:sp>
      <p:sp>
        <p:nvSpPr>
          <p:cNvPr id="66" name="Rectangle 65">
            <a:extLst>
              <a:ext uri="{FF2B5EF4-FFF2-40B4-BE49-F238E27FC236}">
                <a16:creationId xmlns:a16="http://schemas.microsoft.com/office/drawing/2014/main" id="{7C69BFC8-2504-B472-7153-FE2E1D96CF31}"/>
              </a:ext>
            </a:extLst>
          </p:cNvPr>
          <p:cNvSpPr/>
          <p:nvPr/>
        </p:nvSpPr>
        <p:spPr>
          <a:xfrm>
            <a:off x="3964372" y="2431806"/>
            <a:ext cx="439093"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Yes</a:t>
            </a:r>
          </a:p>
        </p:txBody>
      </p:sp>
      <p:sp>
        <p:nvSpPr>
          <p:cNvPr id="68" name="Diamond 67">
            <a:extLst>
              <a:ext uri="{FF2B5EF4-FFF2-40B4-BE49-F238E27FC236}">
                <a16:creationId xmlns:a16="http://schemas.microsoft.com/office/drawing/2014/main" id="{4217D62B-B8BB-63EB-858C-8A17DDAB917A}"/>
              </a:ext>
            </a:extLst>
          </p:cNvPr>
          <p:cNvSpPr/>
          <p:nvPr/>
        </p:nvSpPr>
        <p:spPr>
          <a:xfrm>
            <a:off x="4303980" y="2369029"/>
            <a:ext cx="967697" cy="785092"/>
          </a:xfrm>
          <a:prstGeom prst="diamond">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nchor="ctr" anchorCtr="1"/>
          <a:lstStyle/>
          <a:p>
            <a:pPr marR="0" indent="0" algn="ctr" fontAlgn="base">
              <a:lnSpc>
                <a:spcPct val="100000"/>
              </a:lnSpc>
              <a:spcBef>
                <a:spcPct val="0"/>
              </a:spcBef>
              <a:spcAft>
                <a:spcPct val="0"/>
              </a:spcAft>
              <a:buClrTx/>
              <a:buSzTx/>
              <a:buFontTx/>
              <a:buNone/>
              <a:tabLst/>
              <a:defRPr/>
            </a:pPr>
            <a:r>
              <a:rPr lang="en-US" sz="900" b="1" kern="0" dirty="0">
                <a:solidFill>
                  <a:prstClr val="black"/>
                </a:solidFill>
                <a:latin typeface="Calibri" panose="020F0502020204030204" pitchFamily="34" charset="0"/>
                <a:cs typeface="Calibri" panose="020F0502020204030204" pitchFamily="34" charset="0"/>
              </a:rPr>
              <a:t>SOP exists?</a:t>
            </a:r>
          </a:p>
        </p:txBody>
      </p:sp>
      <p:cxnSp>
        <p:nvCxnSpPr>
          <p:cNvPr id="69" name="Straight Arrow Connector 68">
            <a:extLst>
              <a:ext uri="{FF2B5EF4-FFF2-40B4-BE49-F238E27FC236}">
                <a16:creationId xmlns:a16="http://schemas.microsoft.com/office/drawing/2014/main" id="{3EE39B9C-25C3-F5BB-4EB9-EAA3EB85D8A6}"/>
              </a:ext>
            </a:extLst>
          </p:cNvPr>
          <p:cNvCxnSpPr>
            <a:cxnSpLocks/>
            <a:stCxn id="65" idx="3"/>
            <a:endCxn id="68" idx="1"/>
          </p:cNvCxnSpPr>
          <p:nvPr/>
        </p:nvCxnSpPr>
        <p:spPr>
          <a:xfrm>
            <a:off x="4081760" y="2761292"/>
            <a:ext cx="222220" cy="2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0" name="Rectangle 69">
            <a:extLst>
              <a:ext uri="{FF2B5EF4-FFF2-40B4-BE49-F238E27FC236}">
                <a16:creationId xmlns:a16="http://schemas.microsoft.com/office/drawing/2014/main" id="{4BF11A69-6083-2297-CD2A-75AEC958BD91}"/>
              </a:ext>
            </a:extLst>
          </p:cNvPr>
          <p:cNvSpPr/>
          <p:nvPr/>
        </p:nvSpPr>
        <p:spPr>
          <a:xfrm>
            <a:off x="5549629" y="2455678"/>
            <a:ext cx="1051605" cy="57274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ct val="0"/>
              </a:spcBef>
              <a:spcAft>
                <a:spcPct val="0"/>
              </a:spcAft>
              <a:defRPr/>
            </a:pPr>
            <a:r>
              <a:rPr kumimoji="0" lang="en-US" sz="9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Analyze the issue </a:t>
            </a:r>
          </a:p>
        </p:txBody>
      </p:sp>
      <p:cxnSp>
        <p:nvCxnSpPr>
          <p:cNvPr id="71" name="Straight Arrow Connector 70">
            <a:extLst>
              <a:ext uri="{FF2B5EF4-FFF2-40B4-BE49-F238E27FC236}">
                <a16:creationId xmlns:a16="http://schemas.microsoft.com/office/drawing/2014/main" id="{7AC4CFC9-A8DA-2C23-2C38-19B6F58DA188}"/>
              </a:ext>
            </a:extLst>
          </p:cNvPr>
          <p:cNvCxnSpPr>
            <a:cxnSpLocks/>
            <a:stCxn id="68" idx="3"/>
            <a:endCxn id="70" idx="1"/>
          </p:cNvCxnSpPr>
          <p:nvPr/>
        </p:nvCxnSpPr>
        <p:spPr>
          <a:xfrm flipV="1">
            <a:off x="5271677" y="2742051"/>
            <a:ext cx="277952" cy="1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E3A74359-8E75-5537-C676-8A7C5CB6E1DF}"/>
              </a:ext>
            </a:extLst>
          </p:cNvPr>
          <p:cNvCxnSpPr>
            <a:cxnSpLocks/>
            <a:stCxn id="65" idx="2"/>
            <a:endCxn id="31" idx="0"/>
          </p:cNvCxnSpPr>
          <p:nvPr/>
        </p:nvCxnSpPr>
        <p:spPr>
          <a:xfrm>
            <a:off x="3621007" y="3153838"/>
            <a:ext cx="12845" cy="16241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Footer Placeholder 3">
            <a:extLst>
              <a:ext uri="{FF2B5EF4-FFF2-40B4-BE49-F238E27FC236}">
                <a16:creationId xmlns:a16="http://schemas.microsoft.com/office/drawing/2014/main" id="{419C3B9C-C596-1D71-65A6-465D8ED4111A}"/>
              </a:ext>
            </a:extLst>
          </p:cNvPr>
          <p:cNvSpPr txBox="1">
            <a:spLocks/>
          </p:cNvSpPr>
          <p:nvPr/>
        </p:nvSpPr>
        <p:spPr>
          <a:xfrm>
            <a:off x="1194816" y="6590749"/>
            <a:ext cx="1198179" cy="190416"/>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2025 Cognizant</a:t>
            </a:r>
            <a:endParaRPr lang="en-US" dirty="0"/>
          </a:p>
        </p:txBody>
      </p:sp>
      <p:cxnSp>
        <p:nvCxnSpPr>
          <p:cNvPr id="79" name="Straight Arrow Connector 78">
            <a:extLst>
              <a:ext uri="{FF2B5EF4-FFF2-40B4-BE49-F238E27FC236}">
                <a16:creationId xmlns:a16="http://schemas.microsoft.com/office/drawing/2014/main" id="{823A8034-E54C-90C6-14C8-67C5A00F86F7}"/>
              </a:ext>
            </a:extLst>
          </p:cNvPr>
          <p:cNvCxnSpPr>
            <a:cxnSpLocks/>
            <a:stCxn id="70" idx="3"/>
            <a:endCxn id="20" idx="1"/>
          </p:cNvCxnSpPr>
          <p:nvPr/>
        </p:nvCxnSpPr>
        <p:spPr>
          <a:xfrm>
            <a:off x="6601234" y="2742051"/>
            <a:ext cx="278121" cy="3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Elbow Connector 397">
            <a:extLst>
              <a:ext uri="{FF2B5EF4-FFF2-40B4-BE49-F238E27FC236}">
                <a16:creationId xmlns:a16="http://schemas.microsoft.com/office/drawing/2014/main" id="{61428E08-8665-47FD-2736-97A332DF0F6C}"/>
              </a:ext>
            </a:extLst>
          </p:cNvPr>
          <p:cNvCxnSpPr>
            <a:cxnSpLocks/>
            <a:stCxn id="132" idx="2"/>
          </p:cNvCxnSpPr>
          <p:nvPr/>
        </p:nvCxnSpPr>
        <p:spPr>
          <a:xfrm rot="5400000">
            <a:off x="9877417" y="2371735"/>
            <a:ext cx="1587058" cy="635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E195C518-E173-483B-8A3F-5C5042D9FD46}"/>
              </a:ext>
            </a:extLst>
          </p:cNvPr>
          <p:cNvCxnSpPr>
            <a:cxnSpLocks/>
          </p:cNvCxnSpPr>
          <p:nvPr/>
        </p:nvCxnSpPr>
        <p:spPr>
          <a:xfrm flipV="1">
            <a:off x="8842164" y="1630859"/>
            <a:ext cx="0" cy="7084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243845BC-DEEC-931A-7C79-313267A76C4C}"/>
              </a:ext>
            </a:extLst>
          </p:cNvPr>
          <p:cNvCxnSpPr>
            <a:cxnSpLocks/>
          </p:cNvCxnSpPr>
          <p:nvPr/>
        </p:nvCxnSpPr>
        <p:spPr>
          <a:xfrm>
            <a:off x="11129267" y="3580417"/>
            <a:ext cx="30935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4A512430-F676-C9FA-60F4-ADB1167B21E0}"/>
              </a:ext>
            </a:extLst>
          </p:cNvPr>
          <p:cNvCxnSpPr>
            <a:cxnSpLocks/>
          </p:cNvCxnSpPr>
          <p:nvPr/>
        </p:nvCxnSpPr>
        <p:spPr>
          <a:xfrm flipV="1">
            <a:off x="5422672" y="3985471"/>
            <a:ext cx="4792981" cy="397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397">
            <a:extLst>
              <a:ext uri="{FF2B5EF4-FFF2-40B4-BE49-F238E27FC236}">
                <a16:creationId xmlns:a16="http://schemas.microsoft.com/office/drawing/2014/main" id="{1154174A-2BCB-5CB5-00BF-5B83132C5F9D}"/>
              </a:ext>
            </a:extLst>
          </p:cNvPr>
          <p:cNvCxnSpPr>
            <a:cxnSpLocks/>
            <a:stCxn id="20" idx="2"/>
          </p:cNvCxnSpPr>
          <p:nvPr/>
        </p:nvCxnSpPr>
        <p:spPr>
          <a:xfrm rot="16200000" flipH="1">
            <a:off x="8639563" y="1977960"/>
            <a:ext cx="415532" cy="273664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18CD44DC-9B19-643F-46BB-F25AAAE5AC52}"/>
              </a:ext>
            </a:extLst>
          </p:cNvPr>
          <p:cNvSpPr/>
          <p:nvPr/>
        </p:nvSpPr>
        <p:spPr>
          <a:xfrm>
            <a:off x="7477164" y="3252008"/>
            <a:ext cx="544616"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No</a:t>
            </a:r>
          </a:p>
        </p:txBody>
      </p:sp>
      <p:sp>
        <p:nvSpPr>
          <p:cNvPr id="132" name="Rectangle 131">
            <a:extLst>
              <a:ext uri="{FF2B5EF4-FFF2-40B4-BE49-F238E27FC236}">
                <a16:creationId xmlns:a16="http://schemas.microsoft.com/office/drawing/2014/main" id="{5C42D2BB-FBB8-773A-695E-B68C13F0ADB3}"/>
              </a:ext>
            </a:extLst>
          </p:cNvPr>
          <p:cNvSpPr/>
          <p:nvPr/>
        </p:nvSpPr>
        <p:spPr>
          <a:xfrm>
            <a:off x="10148318" y="1008636"/>
            <a:ext cx="1051605" cy="57274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ct val="0"/>
              </a:spcBef>
              <a:spcAft>
                <a:spcPct val="0"/>
              </a:spcAft>
              <a:defRPr/>
            </a:pPr>
            <a:r>
              <a:rPr kumimoji="0" lang="en-US" sz="9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Analyze the issue </a:t>
            </a:r>
          </a:p>
        </p:txBody>
      </p:sp>
      <p:cxnSp>
        <p:nvCxnSpPr>
          <p:cNvPr id="136" name="Straight Arrow Connector 135">
            <a:extLst>
              <a:ext uri="{FF2B5EF4-FFF2-40B4-BE49-F238E27FC236}">
                <a16:creationId xmlns:a16="http://schemas.microsoft.com/office/drawing/2014/main" id="{1D022DA2-EA0C-4AF4-E7CE-D6035B24B93E}"/>
              </a:ext>
            </a:extLst>
          </p:cNvPr>
          <p:cNvCxnSpPr>
            <a:cxnSpLocks/>
            <a:stCxn id="19" idx="3"/>
            <a:endCxn id="132" idx="1"/>
          </p:cNvCxnSpPr>
          <p:nvPr/>
        </p:nvCxnSpPr>
        <p:spPr>
          <a:xfrm flipV="1">
            <a:off x="9544810" y="1295009"/>
            <a:ext cx="603508" cy="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41EA3EF8-CB10-AD80-8556-ACB1EB902882}"/>
              </a:ext>
            </a:extLst>
          </p:cNvPr>
          <p:cNvCxnSpPr>
            <a:cxnSpLocks/>
          </p:cNvCxnSpPr>
          <p:nvPr/>
        </p:nvCxnSpPr>
        <p:spPr>
          <a:xfrm>
            <a:off x="1895210" y="2260121"/>
            <a:ext cx="470602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8" name="Rectangle 157">
            <a:extLst>
              <a:ext uri="{FF2B5EF4-FFF2-40B4-BE49-F238E27FC236}">
                <a16:creationId xmlns:a16="http://schemas.microsoft.com/office/drawing/2014/main" id="{299F67BF-8154-E0D6-2D9C-737EF104803D}"/>
              </a:ext>
            </a:extLst>
          </p:cNvPr>
          <p:cNvSpPr/>
          <p:nvPr/>
        </p:nvSpPr>
        <p:spPr>
          <a:xfrm>
            <a:off x="3540475" y="1968145"/>
            <a:ext cx="1178651"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SLA 3 hours</a:t>
            </a:r>
          </a:p>
        </p:txBody>
      </p:sp>
      <p:cxnSp>
        <p:nvCxnSpPr>
          <p:cNvPr id="23" name="Straight Arrow Connector 22">
            <a:extLst>
              <a:ext uri="{FF2B5EF4-FFF2-40B4-BE49-F238E27FC236}">
                <a16:creationId xmlns:a16="http://schemas.microsoft.com/office/drawing/2014/main" id="{FFCC03EE-292C-5217-2B35-A0176D8FF21D}"/>
              </a:ext>
            </a:extLst>
          </p:cNvPr>
          <p:cNvCxnSpPr>
            <a:cxnSpLocks/>
            <a:stCxn id="20" idx="3"/>
            <a:endCxn id="25" idx="1"/>
          </p:cNvCxnSpPr>
          <p:nvPr/>
        </p:nvCxnSpPr>
        <p:spPr>
          <a:xfrm flipV="1">
            <a:off x="8078656" y="2745862"/>
            <a:ext cx="385846" cy="1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AAB49197-546E-1BB5-8319-DDA8D8E952F4}"/>
              </a:ext>
            </a:extLst>
          </p:cNvPr>
          <p:cNvCxnSpPr>
            <a:cxnSpLocks/>
            <a:stCxn id="68" idx="2"/>
            <a:endCxn id="62" idx="0"/>
          </p:cNvCxnSpPr>
          <p:nvPr/>
        </p:nvCxnSpPr>
        <p:spPr>
          <a:xfrm>
            <a:off x="4787829" y="3154121"/>
            <a:ext cx="8838" cy="5149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4BDB4560-1EAF-BB7E-65B3-A544EC37F400}"/>
              </a:ext>
            </a:extLst>
          </p:cNvPr>
          <p:cNvSpPr/>
          <p:nvPr/>
        </p:nvSpPr>
        <p:spPr>
          <a:xfrm>
            <a:off x="2817583" y="4778036"/>
            <a:ext cx="1632537" cy="720187"/>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L1L2 Team route to appropriate</a:t>
            </a:r>
            <a:br>
              <a:rPr lang="en-US" sz="900" b="1" kern="0" dirty="0">
                <a:solidFill>
                  <a:prstClr val="black"/>
                </a:solidFill>
                <a:latin typeface="Calibri" panose="020F0502020204030204" pitchFamily="34" charset="0"/>
                <a:cs typeface="Calibri" panose="020F0502020204030204" pitchFamily="34" charset="0"/>
              </a:rPr>
            </a:br>
            <a:r>
              <a:rPr lang="en-US" sz="900" b="1" kern="0" dirty="0">
                <a:solidFill>
                  <a:prstClr val="black"/>
                </a:solidFill>
                <a:latin typeface="Calibri" panose="020F0502020204030204" pitchFamily="34" charset="0"/>
                <a:cs typeface="Calibri" panose="020F0502020204030204" pitchFamily="34" charset="0"/>
              </a:rPr>
              <a:t>support group by re-assigning ticket</a:t>
            </a:r>
          </a:p>
        </p:txBody>
      </p:sp>
    </p:spTree>
    <p:extLst>
      <p:ext uri="{BB962C8B-B14F-4D97-AF65-F5344CB8AC3E}">
        <p14:creationId xmlns:p14="http://schemas.microsoft.com/office/powerpoint/2010/main" val="942918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EB414-D564-3E2B-F61D-8463C97491E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1B7D228-9FBB-706C-772D-2FBA54166BC8}"/>
              </a:ext>
            </a:extLst>
          </p:cNvPr>
          <p:cNvSpPr/>
          <p:nvPr/>
        </p:nvSpPr>
        <p:spPr>
          <a:xfrm>
            <a:off x="553419" y="4762763"/>
            <a:ext cx="11535592" cy="1547737"/>
          </a:xfrm>
          <a:prstGeom prst="rect">
            <a:avLst/>
          </a:prstGeom>
          <a:solidFill>
            <a:schemeClr val="accent4">
              <a:lumMod val="20000"/>
              <a:lumOff val="80000"/>
            </a:schemeClr>
          </a:solidFill>
          <a:ln w="38100" cap="flat" cmpd="sng" algn="ctr">
            <a:no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endParaRPr lang="en-US" b="1" kern="0" dirty="0">
              <a:solidFill>
                <a:prstClr val="white"/>
              </a:solidFill>
              <a:cs typeface="Calibri" panose="020F0502020204030204" pitchFamily="34" charset="0"/>
            </a:endParaRPr>
          </a:p>
        </p:txBody>
      </p:sp>
      <p:sp>
        <p:nvSpPr>
          <p:cNvPr id="5" name="Slide Number Placeholder 4">
            <a:extLst>
              <a:ext uri="{FF2B5EF4-FFF2-40B4-BE49-F238E27FC236}">
                <a16:creationId xmlns:a16="http://schemas.microsoft.com/office/drawing/2014/main" id="{C785E6DC-3448-3333-5799-6B9FD1A758E7}"/>
              </a:ext>
            </a:extLst>
          </p:cNvPr>
          <p:cNvSpPr>
            <a:spLocks noGrp="1"/>
          </p:cNvSpPr>
          <p:nvPr>
            <p:ph type="sldNum" sz="quarter" idx="4"/>
          </p:nvPr>
        </p:nvSpPr>
        <p:spPr/>
        <p:txBody>
          <a:bodyPr/>
          <a:lstStyle/>
          <a:p>
            <a:fld id="{C53E075B-3175-45CF-B3C7-FEDF3F5961E3}" type="slidenum">
              <a:rPr lang="en-US" smtClean="0"/>
              <a:pPr/>
              <a:t>4</a:t>
            </a:fld>
            <a:endParaRPr lang="en-US" dirty="0"/>
          </a:p>
        </p:txBody>
      </p:sp>
      <p:sp>
        <p:nvSpPr>
          <p:cNvPr id="11" name="Rectangle 10">
            <a:extLst>
              <a:ext uri="{FF2B5EF4-FFF2-40B4-BE49-F238E27FC236}">
                <a16:creationId xmlns:a16="http://schemas.microsoft.com/office/drawing/2014/main" id="{ECB4917D-E28F-AD91-80B1-4F4657FAE3B8}"/>
              </a:ext>
            </a:extLst>
          </p:cNvPr>
          <p:cNvSpPr/>
          <p:nvPr/>
        </p:nvSpPr>
        <p:spPr>
          <a:xfrm>
            <a:off x="457200" y="2361716"/>
            <a:ext cx="11631812" cy="2347336"/>
          </a:xfrm>
          <a:prstGeom prst="rect">
            <a:avLst/>
          </a:prstGeom>
          <a:solidFill>
            <a:schemeClr val="accent1">
              <a:lumMod val="20000"/>
              <a:lumOff val="80000"/>
            </a:schemeClr>
          </a:solidFill>
          <a:ln w="38100" cap="flat" cmpd="sng" algn="ctr">
            <a:no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endParaRPr lang="en-US" b="1" kern="0" dirty="0">
              <a:solidFill>
                <a:prstClr val="white"/>
              </a:solidFill>
              <a:cs typeface="Calibri" panose="020F0502020204030204" pitchFamily="34" charset="0"/>
            </a:endParaRPr>
          </a:p>
        </p:txBody>
      </p:sp>
      <p:sp>
        <p:nvSpPr>
          <p:cNvPr id="12" name="Rounded Rectangle 7">
            <a:extLst>
              <a:ext uri="{FF2B5EF4-FFF2-40B4-BE49-F238E27FC236}">
                <a16:creationId xmlns:a16="http://schemas.microsoft.com/office/drawing/2014/main" id="{9D4D9365-D7A5-36D5-42BD-E7D85296EDAF}"/>
              </a:ext>
            </a:extLst>
          </p:cNvPr>
          <p:cNvSpPr>
            <a:spLocks noGrp="1"/>
          </p:cNvSpPr>
          <p:nvPr>
            <p:ph type="title"/>
          </p:nvPr>
        </p:nvSpPr>
        <p:spPr>
          <a:xfrm>
            <a:off x="33102" y="12908"/>
            <a:ext cx="12109725" cy="428642"/>
          </a:xfrm>
          <a:prstGeom prst="roundRect">
            <a:avLst/>
          </a:prstGeom>
          <a:solidFill>
            <a:srgbClr val="00003E"/>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ormAutofit fontScale="90000"/>
          </a:bodyPr>
          <a:lstStyle/>
          <a:p>
            <a:pPr>
              <a:spcBef>
                <a:spcPts val="0"/>
              </a:spcBef>
            </a:pPr>
            <a:r>
              <a:rPr lang="en-US" sz="1800" b="1" dirty="0">
                <a:solidFill>
                  <a:schemeClr val="bg1"/>
                </a:solidFill>
                <a:latin typeface="Arial" panose="020B0604020202020204" pitchFamily="34" charset="0"/>
                <a:cs typeface="Arial" panose="020B0604020202020204" pitchFamily="34" charset="0"/>
              </a:rPr>
              <a:t>Incident Management - Workflow</a:t>
            </a:r>
            <a:br>
              <a:rPr lang="en-US" altLang="en-US" sz="2800" dirty="0">
                <a:solidFill>
                  <a:schemeClr val="bg1"/>
                </a:solidFill>
                <a:latin typeface="Arial" panose="020B0604020202020204" pitchFamily="34" charset="0"/>
                <a:cs typeface="Arial" panose="020B0604020202020204" pitchFamily="34" charset="0"/>
              </a:rPr>
            </a:br>
            <a:endParaRPr lang="en-US" sz="1800" b="1" dirty="0">
              <a:solidFill>
                <a:schemeClr val="bg1"/>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E760DCBC-74AC-B1A2-1D61-74F82EC2875F}"/>
              </a:ext>
            </a:extLst>
          </p:cNvPr>
          <p:cNvSpPr/>
          <p:nvPr/>
        </p:nvSpPr>
        <p:spPr>
          <a:xfrm>
            <a:off x="596089" y="501548"/>
            <a:ext cx="11492922" cy="1852403"/>
          </a:xfrm>
          <a:prstGeom prst="rect">
            <a:avLst/>
          </a:prstGeom>
          <a:solidFill>
            <a:schemeClr val="accent2">
              <a:lumMod val="20000"/>
              <a:lumOff val="80000"/>
            </a:schemeClr>
          </a:solidFill>
          <a:ln w="38100" cap="flat" cmpd="sng" algn="ctr">
            <a:no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endParaRPr lang="en-US" b="1" kern="0" dirty="0">
              <a:solidFill>
                <a:prstClr val="white"/>
              </a:solidFill>
              <a:cs typeface="Calibri" panose="020F0502020204030204" pitchFamily="34" charset="0"/>
            </a:endParaRPr>
          </a:p>
        </p:txBody>
      </p:sp>
      <p:sp>
        <p:nvSpPr>
          <p:cNvPr id="15" name="Title 1">
            <a:extLst>
              <a:ext uri="{FF2B5EF4-FFF2-40B4-BE49-F238E27FC236}">
                <a16:creationId xmlns:a16="http://schemas.microsoft.com/office/drawing/2014/main" id="{6305EAFC-D3E3-C5CA-7B63-BD8CCFB562A5}"/>
              </a:ext>
            </a:extLst>
          </p:cNvPr>
          <p:cNvSpPr txBox="1">
            <a:spLocks/>
          </p:cNvSpPr>
          <p:nvPr/>
        </p:nvSpPr>
        <p:spPr>
          <a:xfrm>
            <a:off x="1002739" y="585879"/>
            <a:ext cx="10840974" cy="329255"/>
          </a:xfrm>
          <a:prstGeom prst="rect">
            <a:avLst/>
          </a:prstGeom>
        </p:spPr>
        <p:txBody>
          <a:bodyPr vert="horz" lIns="91440" tIns="45720" rIns="91440" bIns="45720" rtlCol="0" anchor="ctr">
            <a:noAutofit/>
          </a:bodyPr>
          <a:lstStyle>
            <a:lvl1pPr algn="l" defTabSz="609579" rtl="0" eaLnBrk="1" latinLnBrk="0" hangingPunct="1">
              <a:spcBef>
                <a:spcPct val="0"/>
              </a:spcBef>
              <a:buNone/>
              <a:defRPr sz="2800" kern="1200">
                <a:solidFill>
                  <a:srgbClr val="002664"/>
                </a:solidFill>
                <a:latin typeface="Tahoma" panose="020B0604030504040204" pitchFamily="34" charset="0"/>
                <a:ea typeface="Tahoma" panose="020B0604030504040204" pitchFamily="34" charset="0"/>
                <a:cs typeface="Tahoma" panose="020B0604030504040204" pitchFamily="34" charset="0"/>
              </a:defRPr>
            </a:lvl1pPr>
          </a:lstStyle>
          <a:p>
            <a:endParaRPr lang="en-US" altLang="en-US" sz="2400"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7228E739-BA9F-B11A-1202-F0E125F4CA86}"/>
              </a:ext>
            </a:extLst>
          </p:cNvPr>
          <p:cNvSpPr/>
          <p:nvPr/>
        </p:nvSpPr>
        <p:spPr>
          <a:xfrm>
            <a:off x="24917" y="487266"/>
            <a:ext cx="544616" cy="1900989"/>
          </a:xfrm>
          <a:prstGeom prst="rect">
            <a:avLst/>
          </a:prstGeom>
          <a:solidFill>
            <a:srgbClr val="4F81BD"/>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r>
              <a:rPr lang="en-US" sz="1400" b="1" kern="0" dirty="0">
                <a:solidFill>
                  <a:prstClr val="white"/>
                </a:solidFill>
                <a:cs typeface="Calibri" panose="020F0502020204030204" pitchFamily="34" charset="0"/>
              </a:rPr>
              <a:t>L3 Team</a:t>
            </a:r>
          </a:p>
        </p:txBody>
      </p:sp>
      <p:sp>
        <p:nvSpPr>
          <p:cNvPr id="17" name="Rectangle 16">
            <a:extLst>
              <a:ext uri="{FF2B5EF4-FFF2-40B4-BE49-F238E27FC236}">
                <a16:creationId xmlns:a16="http://schemas.microsoft.com/office/drawing/2014/main" id="{CC0DEFE0-EAA8-2D70-71C4-12807E7D6209}"/>
              </a:ext>
            </a:extLst>
          </p:cNvPr>
          <p:cNvSpPr/>
          <p:nvPr/>
        </p:nvSpPr>
        <p:spPr>
          <a:xfrm>
            <a:off x="27993" y="2388256"/>
            <a:ext cx="544616" cy="2329432"/>
          </a:xfrm>
          <a:prstGeom prst="rect">
            <a:avLst/>
          </a:prstGeom>
          <a:solidFill>
            <a:srgbClr val="4F81BD"/>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r>
              <a:rPr lang="en-US" sz="1600" b="1" kern="0" dirty="0">
                <a:solidFill>
                  <a:prstClr val="white"/>
                </a:solidFill>
                <a:cs typeface="Calibri" panose="020F0502020204030204" pitchFamily="34" charset="0"/>
              </a:rPr>
              <a:t>L1L2 Team</a:t>
            </a:r>
            <a:endParaRPr lang="en-US" b="1" kern="0" dirty="0">
              <a:solidFill>
                <a:prstClr val="white"/>
              </a:solidFill>
              <a:cs typeface="Calibri" panose="020F0502020204030204" pitchFamily="34" charset="0"/>
            </a:endParaRPr>
          </a:p>
        </p:txBody>
      </p:sp>
      <p:sp>
        <p:nvSpPr>
          <p:cNvPr id="18" name="Rectangle 17">
            <a:extLst>
              <a:ext uri="{FF2B5EF4-FFF2-40B4-BE49-F238E27FC236}">
                <a16:creationId xmlns:a16="http://schemas.microsoft.com/office/drawing/2014/main" id="{FCAAF466-3E4D-E396-5093-92AE902F4181}"/>
              </a:ext>
            </a:extLst>
          </p:cNvPr>
          <p:cNvSpPr/>
          <p:nvPr/>
        </p:nvSpPr>
        <p:spPr>
          <a:xfrm>
            <a:off x="27212" y="4717688"/>
            <a:ext cx="544616" cy="1592812"/>
          </a:xfrm>
          <a:prstGeom prst="rect">
            <a:avLst/>
          </a:prstGeom>
          <a:solidFill>
            <a:srgbClr val="4F81BD"/>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vert="vert270" rtlCol="0" anchor="ctr"/>
          <a:lstStyle/>
          <a:p>
            <a:pPr algn="ctr" fontAlgn="base">
              <a:spcBef>
                <a:spcPct val="0"/>
              </a:spcBef>
              <a:spcAft>
                <a:spcPct val="0"/>
              </a:spcAft>
              <a:defRPr/>
            </a:pPr>
            <a:r>
              <a:rPr lang="en-US" sz="1400" b="1" kern="0" dirty="0">
                <a:solidFill>
                  <a:prstClr val="white"/>
                </a:solidFill>
                <a:cs typeface="Calibri" panose="020F0502020204030204" pitchFamily="34" charset="0"/>
              </a:rPr>
              <a:t>Business &amp; other  groups</a:t>
            </a:r>
          </a:p>
        </p:txBody>
      </p:sp>
      <p:sp>
        <p:nvSpPr>
          <p:cNvPr id="19" name="Rectangle 18">
            <a:extLst>
              <a:ext uri="{FF2B5EF4-FFF2-40B4-BE49-F238E27FC236}">
                <a16:creationId xmlns:a16="http://schemas.microsoft.com/office/drawing/2014/main" id="{5DE9FC2A-8D5D-9A19-4BE9-D219F4FA8568}"/>
              </a:ext>
            </a:extLst>
          </p:cNvPr>
          <p:cNvSpPr/>
          <p:nvPr/>
        </p:nvSpPr>
        <p:spPr>
          <a:xfrm>
            <a:off x="8078656" y="961016"/>
            <a:ext cx="1466154" cy="669070"/>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L3 support person to acknowledge the issue</a:t>
            </a:r>
          </a:p>
        </p:txBody>
      </p:sp>
      <p:sp>
        <p:nvSpPr>
          <p:cNvPr id="20" name="Diamond 19">
            <a:extLst>
              <a:ext uri="{FF2B5EF4-FFF2-40B4-BE49-F238E27FC236}">
                <a16:creationId xmlns:a16="http://schemas.microsoft.com/office/drawing/2014/main" id="{EB2ADDC7-AD27-4AA6-4C2D-24471E16C74F}"/>
              </a:ext>
            </a:extLst>
          </p:cNvPr>
          <p:cNvSpPr/>
          <p:nvPr/>
        </p:nvSpPr>
        <p:spPr>
          <a:xfrm>
            <a:off x="6879355" y="2353425"/>
            <a:ext cx="1199301" cy="785092"/>
          </a:xfrm>
          <a:prstGeom prst="diamond">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nchor="ctr" anchorCtr="1"/>
          <a:lstStyle/>
          <a:p>
            <a:pPr algn="ctr" fontAlgn="base">
              <a:spcBef>
                <a:spcPct val="0"/>
              </a:spcBef>
              <a:spcAft>
                <a:spcPct val="0"/>
              </a:spcAft>
              <a:defRPr/>
            </a:pPr>
            <a:r>
              <a:rPr lang="en-US" sz="800" b="1" kern="0" dirty="0">
                <a:solidFill>
                  <a:prstClr val="black"/>
                </a:solidFill>
                <a:cs typeface="Calibri" panose="020F0502020204030204" pitchFamily="34" charset="0"/>
              </a:rPr>
              <a:t>Escalate to L3</a:t>
            </a:r>
          </a:p>
        </p:txBody>
      </p:sp>
      <p:sp>
        <p:nvSpPr>
          <p:cNvPr id="21" name="Rectangle 20">
            <a:extLst>
              <a:ext uri="{FF2B5EF4-FFF2-40B4-BE49-F238E27FC236}">
                <a16:creationId xmlns:a16="http://schemas.microsoft.com/office/drawing/2014/main" id="{E2804149-EC21-1524-F18A-BC88BE206B65}"/>
              </a:ext>
            </a:extLst>
          </p:cNvPr>
          <p:cNvSpPr/>
          <p:nvPr/>
        </p:nvSpPr>
        <p:spPr>
          <a:xfrm>
            <a:off x="8030295" y="2450085"/>
            <a:ext cx="577829"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Yes</a:t>
            </a:r>
          </a:p>
        </p:txBody>
      </p:sp>
      <p:sp>
        <p:nvSpPr>
          <p:cNvPr id="22" name="Rectangle 21">
            <a:extLst>
              <a:ext uri="{FF2B5EF4-FFF2-40B4-BE49-F238E27FC236}">
                <a16:creationId xmlns:a16="http://schemas.microsoft.com/office/drawing/2014/main" id="{E24D930F-2272-506E-57B7-3204C67D72E1}"/>
              </a:ext>
            </a:extLst>
          </p:cNvPr>
          <p:cNvSpPr/>
          <p:nvPr/>
        </p:nvSpPr>
        <p:spPr>
          <a:xfrm>
            <a:off x="3324248" y="3719499"/>
            <a:ext cx="544616"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No</a:t>
            </a:r>
          </a:p>
        </p:txBody>
      </p:sp>
      <p:sp>
        <p:nvSpPr>
          <p:cNvPr id="25" name="Rectangle 24">
            <a:extLst>
              <a:ext uri="{FF2B5EF4-FFF2-40B4-BE49-F238E27FC236}">
                <a16:creationId xmlns:a16="http://schemas.microsoft.com/office/drawing/2014/main" id="{1B8C0409-DF51-B4C3-B797-46A53A25D219}"/>
              </a:ext>
            </a:extLst>
          </p:cNvPr>
          <p:cNvSpPr/>
          <p:nvPr/>
        </p:nvSpPr>
        <p:spPr>
          <a:xfrm>
            <a:off x="8464502" y="2397586"/>
            <a:ext cx="1294562" cy="696551"/>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L1L2 Team</a:t>
            </a:r>
            <a:br>
              <a:rPr lang="en-US" sz="900" b="1" kern="0" dirty="0">
                <a:solidFill>
                  <a:prstClr val="black"/>
                </a:solidFill>
                <a:latin typeface="Calibri" panose="020F0502020204030204" pitchFamily="34" charset="0"/>
                <a:cs typeface="Calibri" panose="020F0502020204030204" pitchFamily="34" charset="0"/>
              </a:rPr>
            </a:br>
            <a:r>
              <a:rPr lang="en-US" sz="900" b="1" kern="0" dirty="0">
                <a:solidFill>
                  <a:prstClr val="black"/>
                </a:solidFill>
                <a:latin typeface="Calibri" panose="020F0502020204030204" pitchFamily="34" charset="0"/>
                <a:cs typeface="Calibri" panose="020F0502020204030204" pitchFamily="34" charset="0"/>
              </a:rPr>
              <a:t>Re-assigning ticket to L3</a:t>
            </a:r>
          </a:p>
        </p:txBody>
      </p:sp>
      <p:sp>
        <p:nvSpPr>
          <p:cNvPr id="32" name="Rectangle 31">
            <a:extLst>
              <a:ext uri="{FF2B5EF4-FFF2-40B4-BE49-F238E27FC236}">
                <a16:creationId xmlns:a16="http://schemas.microsoft.com/office/drawing/2014/main" id="{3DD19C3A-AF29-5836-EE71-BAF9F2CF8588}"/>
              </a:ext>
            </a:extLst>
          </p:cNvPr>
          <p:cNvSpPr/>
          <p:nvPr/>
        </p:nvSpPr>
        <p:spPr>
          <a:xfrm>
            <a:off x="10228945" y="3173146"/>
            <a:ext cx="892136" cy="91257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Take corrective measures to solve the issue</a:t>
            </a:r>
          </a:p>
        </p:txBody>
      </p:sp>
      <p:sp>
        <p:nvSpPr>
          <p:cNvPr id="38" name="Rectangle 37">
            <a:extLst>
              <a:ext uri="{FF2B5EF4-FFF2-40B4-BE49-F238E27FC236}">
                <a16:creationId xmlns:a16="http://schemas.microsoft.com/office/drawing/2014/main" id="{077F9A1E-3D70-3966-B91B-D11A5E2D6B50}"/>
              </a:ext>
            </a:extLst>
          </p:cNvPr>
          <p:cNvSpPr/>
          <p:nvPr/>
        </p:nvSpPr>
        <p:spPr>
          <a:xfrm>
            <a:off x="5285612" y="4760804"/>
            <a:ext cx="1188126" cy="749280"/>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Support groups acknowledge and analyze the issue</a:t>
            </a:r>
          </a:p>
        </p:txBody>
      </p:sp>
      <p:cxnSp>
        <p:nvCxnSpPr>
          <p:cNvPr id="44" name="Elbow Connector 430">
            <a:extLst>
              <a:ext uri="{FF2B5EF4-FFF2-40B4-BE49-F238E27FC236}">
                <a16:creationId xmlns:a16="http://schemas.microsoft.com/office/drawing/2014/main" id="{F19D5B9E-8C0B-895E-0F29-F3EA82395C85}"/>
              </a:ext>
            </a:extLst>
          </p:cNvPr>
          <p:cNvCxnSpPr>
            <a:cxnSpLocks/>
            <a:stCxn id="38" idx="3"/>
            <a:endCxn id="32" idx="2"/>
          </p:cNvCxnSpPr>
          <p:nvPr/>
        </p:nvCxnSpPr>
        <p:spPr>
          <a:xfrm flipV="1">
            <a:off x="6473738" y="4085721"/>
            <a:ext cx="4201275" cy="10497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F293A11D-853A-EFF3-8EA5-47EEC6CDBF6E}"/>
              </a:ext>
            </a:extLst>
          </p:cNvPr>
          <p:cNvSpPr/>
          <p:nvPr/>
        </p:nvSpPr>
        <p:spPr>
          <a:xfrm>
            <a:off x="11438626" y="3236807"/>
            <a:ext cx="639588" cy="687220"/>
          </a:xfrm>
          <a:prstGeom prst="ellipse">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none" rtlCol="0" anchor="ct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Resolve </a:t>
            </a:r>
          </a:p>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Incident</a:t>
            </a:r>
          </a:p>
        </p:txBody>
      </p:sp>
      <p:cxnSp>
        <p:nvCxnSpPr>
          <p:cNvPr id="47" name="Straight Arrow Connector 46">
            <a:extLst>
              <a:ext uri="{FF2B5EF4-FFF2-40B4-BE49-F238E27FC236}">
                <a16:creationId xmlns:a16="http://schemas.microsoft.com/office/drawing/2014/main" id="{2860DC5F-5423-C2E0-093D-43202CFD6280}"/>
              </a:ext>
            </a:extLst>
          </p:cNvPr>
          <p:cNvCxnSpPr>
            <a:cxnSpLocks/>
            <a:stCxn id="31" idx="3"/>
            <a:endCxn id="38" idx="1"/>
          </p:cNvCxnSpPr>
          <p:nvPr/>
        </p:nvCxnSpPr>
        <p:spPr>
          <a:xfrm flipV="1">
            <a:off x="4450120" y="5135444"/>
            <a:ext cx="835492" cy="26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B0B46959-09AB-F7B0-7535-792006F2997B}"/>
              </a:ext>
            </a:extLst>
          </p:cNvPr>
          <p:cNvCxnSpPr>
            <a:cxnSpLocks/>
            <a:stCxn id="53" idx="6"/>
            <a:endCxn id="54" idx="1"/>
          </p:cNvCxnSpPr>
          <p:nvPr/>
        </p:nvCxnSpPr>
        <p:spPr>
          <a:xfrm flipV="1">
            <a:off x="1632071" y="2771662"/>
            <a:ext cx="317271" cy="50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2E508510-81D7-83B7-05AD-8E7B3CBDE3F6}"/>
              </a:ext>
            </a:extLst>
          </p:cNvPr>
          <p:cNvSpPr/>
          <p:nvPr/>
        </p:nvSpPr>
        <p:spPr>
          <a:xfrm>
            <a:off x="589213" y="2379669"/>
            <a:ext cx="1042858" cy="794017"/>
          </a:xfrm>
          <a:prstGeom prst="ellipse">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none" rtlCol="0" anchor="ct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Incident tickets</a:t>
            </a:r>
          </a:p>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Received in</a:t>
            </a:r>
          </a:p>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Service Now </a:t>
            </a:r>
          </a:p>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Queue</a:t>
            </a:r>
          </a:p>
        </p:txBody>
      </p:sp>
      <p:sp>
        <p:nvSpPr>
          <p:cNvPr id="54" name="Rectangle 53">
            <a:extLst>
              <a:ext uri="{FF2B5EF4-FFF2-40B4-BE49-F238E27FC236}">
                <a16:creationId xmlns:a16="http://schemas.microsoft.com/office/drawing/2014/main" id="{F0E7656A-BC9A-38AE-8F41-2E621BA01408}"/>
              </a:ext>
            </a:extLst>
          </p:cNvPr>
          <p:cNvSpPr/>
          <p:nvPr/>
        </p:nvSpPr>
        <p:spPr>
          <a:xfrm>
            <a:off x="1949342" y="2578016"/>
            <a:ext cx="932959" cy="387292"/>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Acknowledged by L1L2</a:t>
            </a:r>
          </a:p>
        </p:txBody>
      </p:sp>
      <p:cxnSp>
        <p:nvCxnSpPr>
          <p:cNvPr id="55" name="Straight Arrow Connector 54">
            <a:extLst>
              <a:ext uri="{FF2B5EF4-FFF2-40B4-BE49-F238E27FC236}">
                <a16:creationId xmlns:a16="http://schemas.microsoft.com/office/drawing/2014/main" id="{EBA1831D-8EFF-1464-1D7D-D4997FB43265}"/>
              </a:ext>
            </a:extLst>
          </p:cNvPr>
          <p:cNvCxnSpPr>
            <a:cxnSpLocks/>
            <a:stCxn id="54" idx="3"/>
            <a:endCxn id="65" idx="1"/>
          </p:cNvCxnSpPr>
          <p:nvPr/>
        </p:nvCxnSpPr>
        <p:spPr>
          <a:xfrm flipV="1">
            <a:off x="2882301" y="2761292"/>
            <a:ext cx="277952" cy="10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Rectangle 60">
            <a:extLst>
              <a:ext uri="{FF2B5EF4-FFF2-40B4-BE49-F238E27FC236}">
                <a16:creationId xmlns:a16="http://schemas.microsoft.com/office/drawing/2014/main" id="{15565620-CEBA-EF11-54FC-7085502EADBA}"/>
              </a:ext>
            </a:extLst>
          </p:cNvPr>
          <p:cNvSpPr/>
          <p:nvPr/>
        </p:nvSpPr>
        <p:spPr>
          <a:xfrm>
            <a:off x="5161597" y="2444238"/>
            <a:ext cx="390218"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No</a:t>
            </a:r>
          </a:p>
        </p:txBody>
      </p:sp>
      <p:sp>
        <p:nvSpPr>
          <p:cNvPr id="62" name="Rectangle 61">
            <a:extLst>
              <a:ext uri="{FF2B5EF4-FFF2-40B4-BE49-F238E27FC236}">
                <a16:creationId xmlns:a16="http://schemas.microsoft.com/office/drawing/2014/main" id="{EE7DEBBC-B52B-212C-5062-D8F74B7A2F93}"/>
              </a:ext>
            </a:extLst>
          </p:cNvPr>
          <p:cNvSpPr/>
          <p:nvPr/>
        </p:nvSpPr>
        <p:spPr>
          <a:xfrm>
            <a:off x="4186409" y="3669113"/>
            <a:ext cx="1220515" cy="618229"/>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L1L2 team resolves issue based on SOP</a:t>
            </a:r>
            <a:endParaRPr kumimoji="0" lang="en-US" sz="9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64" name="Rectangle 63">
            <a:extLst>
              <a:ext uri="{FF2B5EF4-FFF2-40B4-BE49-F238E27FC236}">
                <a16:creationId xmlns:a16="http://schemas.microsoft.com/office/drawing/2014/main" id="{46C639A1-EE00-D121-9946-C24C6775B6BF}"/>
              </a:ext>
            </a:extLst>
          </p:cNvPr>
          <p:cNvSpPr/>
          <p:nvPr/>
        </p:nvSpPr>
        <p:spPr>
          <a:xfrm>
            <a:off x="4774779" y="3251208"/>
            <a:ext cx="529250"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Yes</a:t>
            </a:r>
            <a:endParaRPr lang="en-US" sz="900"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65" name="Diamond 64">
            <a:extLst>
              <a:ext uri="{FF2B5EF4-FFF2-40B4-BE49-F238E27FC236}">
                <a16:creationId xmlns:a16="http://schemas.microsoft.com/office/drawing/2014/main" id="{321B809C-E80B-490E-C22B-B713C64F7D3A}"/>
              </a:ext>
            </a:extLst>
          </p:cNvPr>
          <p:cNvSpPr/>
          <p:nvPr/>
        </p:nvSpPr>
        <p:spPr>
          <a:xfrm>
            <a:off x="3160253" y="2368746"/>
            <a:ext cx="921507" cy="785092"/>
          </a:xfrm>
          <a:prstGeom prst="diamond">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nchor="ctr" anchorCtr="1"/>
          <a:lstStyle/>
          <a:p>
            <a:pPr lvl="0"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hlinkClick r:id="" action="ppaction://noaction">
                  <a:extLst>
                    <a:ext uri="{A12FA001-AC4F-418D-AE19-62706E023703}">
                      <ahyp:hlinkClr xmlns:ahyp="http://schemas.microsoft.com/office/drawing/2018/hyperlinkcolor" val="tx"/>
                    </a:ext>
                  </a:extLst>
                </a:hlinkClick>
              </a:rPr>
              <a:t>In L1L2 scope</a:t>
            </a:r>
            <a:r>
              <a:rPr lang="en-US" sz="900" b="1" kern="0" dirty="0">
                <a:solidFill>
                  <a:prstClr val="black"/>
                </a:solidFill>
                <a:latin typeface="Calibri" panose="020F0502020204030204" pitchFamily="34" charset="0"/>
                <a:cs typeface="Calibri" panose="020F0502020204030204" pitchFamily="34" charset="0"/>
              </a:rPr>
              <a:t>?</a:t>
            </a:r>
          </a:p>
        </p:txBody>
      </p:sp>
      <p:sp>
        <p:nvSpPr>
          <p:cNvPr id="66" name="Rectangle 65">
            <a:extLst>
              <a:ext uri="{FF2B5EF4-FFF2-40B4-BE49-F238E27FC236}">
                <a16:creationId xmlns:a16="http://schemas.microsoft.com/office/drawing/2014/main" id="{00234A9E-DB6C-16C1-CAD7-79A1760AC174}"/>
              </a:ext>
            </a:extLst>
          </p:cNvPr>
          <p:cNvSpPr/>
          <p:nvPr/>
        </p:nvSpPr>
        <p:spPr>
          <a:xfrm>
            <a:off x="3964372" y="2431806"/>
            <a:ext cx="439093"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Yes</a:t>
            </a:r>
          </a:p>
        </p:txBody>
      </p:sp>
      <p:sp>
        <p:nvSpPr>
          <p:cNvPr id="68" name="Diamond 67">
            <a:extLst>
              <a:ext uri="{FF2B5EF4-FFF2-40B4-BE49-F238E27FC236}">
                <a16:creationId xmlns:a16="http://schemas.microsoft.com/office/drawing/2014/main" id="{A51A189D-3A37-EAD5-5DA7-393DFDC3B726}"/>
              </a:ext>
            </a:extLst>
          </p:cNvPr>
          <p:cNvSpPr/>
          <p:nvPr/>
        </p:nvSpPr>
        <p:spPr>
          <a:xfrm>
            <a:off x="4303980" y="2369029"/>
            <a:ext cx="967697" cy="785092"/>
          </a:xfrm>
          <a:prstGeom prst="diamond">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nchor="ctr" anchorCtr="1"/>
          <a:lstStyle/>
          <a:p>
            <a:pPr marR="0" indent="0" algn="ctr" fontAlgn="base">
              <a:lnSpc>
                <a:spcPct val="100000"/>
              </a:lnSpc>
              <a:spcBef>
                <a:spcPct val="0"/>
              </a:spcBef>
              <a:spcAft>
                <a:spcPct val="0"/>
              </a:spcAft>
              <a:buClrTx/>
              <a:buSzTx/>
              <a:buFontTx/>
              <a:buNone/>
              <a:tabLst/>
              <a:defRPr/>
            </a:pPr>
            <a:r>
              <a:rPr lang="en-US" sz="900" b="1" kern="0" dirty="0">
                <a:solidFill>
                  <a:prstClr val="black"/>
                </a:solidFill>
                <a:latin typeface="Calibri" panose="020F0502020204030204" pitchFamily="34" charset="0"/>
                <a:cs typeface="Calibri" panose="020F0502020204030204" pitchFamily="34" charset="0"/>
              </a:rPr>
              <a:t>SOP exists?</a:t>
            </a:r>
          </a:p>
        </p:txBody>
      </p:sp>
      <p:cxnSp>
        <p:nvCxnSpPr>
          <p:cNvPr id="69" name="Straight Arrow Connector 68">
            <a:extLst>
              <a:ext uri="{FF2B5EF4-FFF2-40B4-BE49-F238E27FC236}">
                <a16:creationId xmlns:a16="http://schemas.microsoft.com/office/drawing/2014/main" id="{6C6023DE-30B5-532C-A1A0-AA9BDDFCAEA6}"/>
              </a:ext>
            </a:extLst>
          </p:cNvPr>
          <p:cNvCxnSpPr>
            <a:cxnSpLocks/>
            <a:stCxn id="65" idx="3"/>
            <a:endCxn id="68" idx="1"/>
          </p:cNvCxnSpPr>
          <p:nvPr/>
        </p:nvCxnSpPr>
        <p:spPr>
          <a:xfrm>
            <a:off x="4081760" y="2761292"/>
            <a:ext cx="222220" cy="2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0" name="Rectangle 69">
            <a:extLst>
              <a:ext uri="{FF2B5EF4-FFF2-40B4-BE49-F238E27FC236}">
                <a16:creationId xmlns:a16="http://schemas.microsoft.com/office/drawing/2014/main" id="{FF932DA5-C096-6975-CAB0-37229A0439D6}"/>
              </a:ext>
            </a:extLst>
          </p:cNvPr>
          <p:cNvSpPr/>
          <p:nvPr/>
        </p:nvSpPr>
        <p:spPr>
          <a:xfrm>
            <a:off x="5549629" y="2455678"/>
            <a:ext cx="1051605" cy="57274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ct val="0"/>
              </a:spcBef>
              <a:spcAft>
                <a:spcPct val="0"/>
              </a:spcAft>
              <a:defRPr/>
            </a:pPr>
            <a:r>
              <a:rPr kumimoji="0" lang="en-US" sz="9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Analyze the issue </a:t>
            </a:r>
          </a:p>
        </p:txBody>
      </p:sp>
      <p:cxnSp>
        <p:nvCxnSpPr>
          <p:cNvPr id="71" name="Straight Arrow Connector 70">
            <a:extLst>
              <a:ext uri="{FF2B5EF4-FFF2-40B4-BE49-F238E27FC236}">
                <a16:creationId xmlns:a16="http://schemas.microsoft.com/office/drawing/2014/main" id="{2B129FE6-C4FE-39B0-92DB-1859B7FAB431}"/>
              </a:ext>
            </a:extLst>
          </p:cNvPr>
          <p:cNvCxnSpPr>
            <a:cxnSpLocks/>
            <a:stCxn id="68" idx="3"/>
            <a:endCxn id="70" idx="1"/>
          </p:cNvCxnSpPr>
          <p:nvPr/>
        </p:nvCxnSpPr>
        <p:spPr>
          <a:xfrm flipV="1">
            <a:off x="5271677" y="2742051"/>
            <a:ext cx="277952" cy="1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62A334C0-F35D-C882-0E2C-6BEA8AFD1F28}"/>
              </a:ext>
            </a:extLst>
          </p:cNvPr>
          <p:cNvCxnSpPr>
            <a:cxnSpLocks/>
            <a:stCxn id="65" idx="2"/>
            <a:endCxn id="31" idx="0"/>
          </p:cNvCxnSpPr>
          <p:nvPr/>
        </p:nvCxnSpPr>
        <p:spPr>
          <a:xfrm>
            <a:off x="3621007" y="3153838"/>
            <a:ext cx="12845" cy="16241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Footer Placeholder 3">
            <a:extLst>
              <a:ext uri="{FF2B5EF4-FFF2-40B4-BE49-F238E27FC236}">
                <a16:creationId xmlns:a16="http://schemas.microsoft.com/office/drawing/2014/main" id="{51EE2017-01DB-DDA2-D89F-34140ED89F64}"/>
              </a:ext>
            </a:extLst>
          </p:cNvPr>
          <p:cNvSpPr txBox="1">
            <a:spLocks/>
          </p:cNvSpPr>
          <p:nvPr/>
        </p:nvSpPr>
        <p:spPr>
          <a:xfrm>
            <a:off x="1194816" y="6590749"/>
            <a:ext cx="1198179" cy="190416"/>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2025 Cognizant</a:t>
            </a:r>
            <a:endParaRPr lang="en-US" dirty="0"/>
          </a:p>
        </p:txBody>
      </p:sp>
      <p:cxnSp>
        <p:nvCxnSpPr>
          <p:cNvPr id="79" name="Straight Arrow Connector 78">
            <a:extLst>
              <a:ext uri="{FF2B5EF4-FFF2-40B4-BE49-F238E27FC236}">
                <a16:creationId xmlns:a16="http://schemas.microsoft.com/office/drawing/2014/main" id="{79D46011-C034-530F-C30D-CAF8775832F6}"/>
              </a:ext>
            </a:extLst>
          </p:cNvPr>
          <p:cNvCxnSpPr>
            <a:cxnSpLocks/>
            <a:stCxn id="70" idx="3"/>
            <a:endCxn id="20" idx="1"/>
          </p:cNvCxnSpPr>
          <p:nvPr/>
        </p:nvCxnSpPr>
        <p:spPr>
          <a:xfrm>
            <a:off x="6601234" y="2742051"/>
            <a:ext cx="278121" cy="3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Elbow Connector 397">
            <a:extLst>
              <a:ext uri="{FF2B5EF4-FFF2-40B4-BE49-F238E27FC236}">
                <a16:creationId xmlns:a16="http://schemas.microsoft.com/office/drawing/2014/main" id="{D8E33618-6579-33B3-BEA9-184612796E0B}"/>
              </a:ext>
            </a:extLst>
          </p:cNvPr>
          <p:cNvCxnSpPr>
            <a:cxnSpLocks/>
            <a:stCxn id="132" idx="2"/>
          </p:cNvCxnSpPr>
          <p:nvPr/>
        </p:nvCxnSpPr>
        <p:spPr>
          <a:xfrm rot="5400000">
            <a:off x="9877417" y="2371735"/>
            <a:ext cx="1587058" cy="635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1735C758-3B27-E859-2216-F8F499F4F905}"/>
              </a:ext>
            </a:extLst>
          </p:cNvPr>
          <p:cNvCxnSpPr>
            <a:cxnSpLocks/>
          </p:cNvCxnSpPr>
          <p:nvPr/>
        </p:nvCxnSpPr>
        <p:spPr>
          <a:xfrm flipV="1">
            <a:off x="8842164" y="1630859"/>
            <a:ext cx="0" cy="7667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C632D9B9-91C8-2A1E-69BD-6951D0D97A24}"/>
              </a:ext>
            </a:extLst>
          </p:cNvPr>
          <p:cNvCxnSpPr>
            <a:cxnSpLocks/>
          </p:cNvCxnSpPr>
          <p:nvPr/>
        </p:nvCxnSpPr>
        <p:spPr>
          <a:xfrm>
            <a:off x="11129267" y="3580417"/>
            <a:ext cx="30935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DAF1C288-4FA2-D4C6-9674-DD86BFB16F36}"/>
              </a:ext>
            </a:extLst>
          </p:cNvPr>
          <p:cNvCxnSpPr>
            <a:cxnSpLocks/>
          </p:cNvCxnSpPr>
          <p:nvPr/>
        </p:nvCxnSpPr>
        <p:spPr>
          <a:xfrm flipV="1">
            <a:off x="5422672" y="3985471"/>
            <a:ext cx="4792981" cy="397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397">
            <a:extLst>
              <a:ext uri="{FF2B5EF4-FFF2-40B4-BE49-F238E27FC236}">
                <a16:creationId xmlns:a16="http://schemas.microsoft.com/office/drawing/2014/main" id="{A2369F2A-9F49-531C-281D-ACDBE623AAC3}"/>
              </a:ext>
            </a:extLst>
          </p:cNvPr>
          <p:cNvCxnSpPr>
            <a:cxnSpLocks/>
            <a:stCxn id="20" idx="2"/>
          </p:cNvCxnSpPr>
          <p:nvPr/>
        </p:nvCxnSpPr>
        <p:spPr>
          <a:xfrm rot="16200000" flipH="1">
            <a:off x="8639563" y="1977960"/>
            <a:ext cx="415532" cy="273664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33E70208-531C-0777-288B-7E1B87E2FAEA}"/>
              </a:ext>
            </a:extLst>
          </p:cNvPr>
          <p:cNvSpPr/>
          <p:nvPr/>
        </p:nvSpPr>
        <p:spPr>
          <a:xfrm>
            <a:off x="7477164" y="3252008"/>
            <a:ext cx="544616"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No</a:t>
            </a:r>
          </a:p>
        </p:txBody>
      </p:sp>
      <p:sp>
        <p:nvSpPr>
          <p:cNvPr id="132" name="Rectangle 131">
            <a:extLst>
              <a:ext uri="{FF2B5EF4-FFF2-40B4-BE49-F238E27FC236}">
                <a16:creationId xmlns:a16="http://schemas.microsoft.com/office/drawing/2014/main" id="{1E516D78-4234-625F-56D9-392DB370759B}"/>
              </a:ext>
            </a:extLst>
          </p:cNvPr>
          <p:cNvSpPr/>
          <p:nvPr/>
        </p:nvSpPr>
        <p:spPr>
          <a:xfrm>
            <a:off x="10148318" y="1008636"/>
            <a:ext cx="1051605" cy="57274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ct val="0"/>
              </a:spcBef>
              <a:spcAft>
                <a:spcPct val="0"/>
              </a:spcAft>
              <a:defRPr/>
            </a:pPr>
            <a:r>
              <a:rPr kumimoji="0" lang="en-US" sz="9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Analyze the issue </a:t>
            </a:r>
          </a:p>
        </p:txBody>
      </p:sp>
      <p:cxnSp>
        <p:nvCxnSpPr>
          <p:cNvPr id="136" name="Straight Arrow Connector 135">
            <a:extLst>
              <a:ext uri="{FF2B5EF4-FFF2-40B4-BE49-F238E27FC236}">
                <a16:creationId xmlns:a16="http://schemas.microsoft.com/office/drawing/2014/main" id="{169B0AFB-4910-F817-2408-2B3EB215F313}"/>
              </a:ext>
            </a:extLst>
          </p:cNvPr>
          <p:cNvCxnSpPr>
            <a:cxnSpLocks/>
            <a:stCxn id="19" idx="3"/>
            <a:endCxn id="132" idx="1"/>
          </p:cNvCxnSpPr>
          <p:nvPr/>
        </p:nvCxnSpPr>
        <p:spPr>
          <a:xfrm flipV="1">
            <a:off x="9544810" y="1295009"/>
            <a:ext cx="603508" cy="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9CAD8424-7F93-7B2E-E588-57A5C534D752}"/>
              </a:ext>
            </a:extLst>
          </p:cNvPr>
          <p:cNvCxnSpPr>
            <a:cxnSpLocks/>
          </p:cNvCxnSpPr>
          <p:nvPr/>
        </p:nvCxnSpPr>
        <p:spPr>
          <a:xfrm>
            <a:off x="1895210" y="2260121"/>
            <a:ext cx="470602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8" name="Rectangle 157">
            <a:extLst>
              <a:ext uri="{FF2B5EF4-FFF2-40B4-BE49-F238E27FC236}">
                <a16:creationId xmlns:a16="http://schemas.microsoft.com/office/drawing/2014/main" id="{203CC0F0-2040-E754-A4DE-C0207FF67F38}"/>
              </a:ext>
            </a:extLst>
          </p:cNvPr>
          <p:cNvSpPr/>
          <p:nvPr/>
        </p:nvSpPr>
        <p:spPr>
          <a:xfrm>
            <a:off x="3779463" y="1995442"/>
            <a:ext cx="1178651"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SLA 3 hours</a:t>
            </a:r>
          </a:p>
        </p:txBody>
      </p:sp>
      <p:cxnSp>
        <p:nvCxnSpPr>
          <p:cNvPr id="23" name="Straight Arrow Connector 22">
            <a:extLst>
              <a:ext uri="{FF2B5EF4-FFF2-40B4-BE49-F238E27FC236}">
                <a16:creationId xmlns:a16="http://schemas.microsoft.com/office/drawing/2014/main" id="{151B82DD-E2A6-0F1D-4CD0-AAC6B6F59435}"/>
              </a:ext>
            </a:extLst>
          </p:cNvPr>
          <p:cNvCxnSpPr>
            <a:cxnSpLocks/>
            <a:stCxn id="20" idx="3"/>
            <a:endCxn id="25" idx="1"/>
          </p:cNvCxnSpPr>
          <p:nvPr/>
        </p:nvCxnSpPr>
        <p:spPr>
          <a:xfrm flipV="1">
            <a:off x="8078656" y="2745862"/>
            <a:ext cx="385846" cy="1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7A130A97-40F3-1083-A2EC-5B4639BC3487}"/>
              </a:ext>
            </a:extLst>
          </p:cNvPr>
          <p:cNvCxnSpPr>
            <a:cxnSpLocks/>
            <a:stCxn id="68" idx="2"/>
            <a:endCxn id="62" idx="0"/>
          </p:cNvCxnSpPr>
          <p:nvPr/>
        </p:nvCxnSpPr>
        <p:spPr>
          <a:xfrm>
            <a:off x="4787829" y="3154121"/>
            <a:ext cx="8838" cy="5149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4BB72717-02B4-60B5-B3CC-69DE23A6AB9A}"/>
              </a:ext>
            </a:extLst>
          </p:cNvPr>
          <p:cNvSpPr/>
          <p:nvPr/>
        </p:nvSpPr>
        <p:spPr>
          <a:xfrm>
            <a:off x="2817583" y="4778036"/>
            <a:ext cx="1632537" cy="720187"/>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900" b="1" kern="0" dirty="0">
                <a:solidFill>
                  <a:prstClr val="black"/>
                </a:solidFill>
                <a:latin typeface="Calibri" panose="020F0502020204030204" pitchFamily="34" charset="0"/>
                <a:cs typeface="Calibri" panose="020F0502020204030204" pitchFamily="34" charset="0"/>
              </a:rPr>
              <a:t>L1L2 Team route to appropriate</a:t>
            </a:r>
            <a:br>
              <a:rPr lang="en-US" sz="900" b="1" kern="0" dirty="0">
                <a:solidFill>
                  <a:prstClr val="black"/>
                </a:solidFill>
                <a:latin typeface="Calibri" panose="020F0502020204030204" pitchFamily="34" charset="0"/>
                <a:cs typeface="Calibri" panose="020F0502020204030204" pitchFamily="34" charset="0"/>
              </a:rPr>
            </a:br>
            <a:r>
              <a:rPr lang="en-US" sz="900" b="1" kern="0" dirty="0">
                <a:solidFill>
                  <a:prstClr val="black"/>
                </a:solidFill>
                <a:latin typeface="Calibri" panose="020F0502020204030204" pitchFamily="34" charset="0"/>
                <a:cs typeface="Calibri" panose="020F0502020204030204" pitchFamily="34" charset="0"/>
              </a:rPr>
              <a:t>support group by re-assigning ticket</a:t>
            </a:r>
          </a:p>
        </p:txBody>
      </p:sp>
      <p:sp>
        <p:nvSpPr>
          <p:cNvPr id="85" name="Rectangle 84">
            <a:extLst>
              <a:ext uri="{FF2B5EF4-FFF2-40B4-BE49-F238E27FC236}">
                <a16:creationId xmlns:a16="http://schemas.microsoft.com/office/drawing/2014/main" id="{FBFC5112-701D-90AB-3D1B-444935D073F8}"/>
              </a:ext>
            </a:extLst>
          </p:cNvPr>
          <p:cNvSpPr/>
          <p:nvPr/>
        </p:nvSpPr>
        <p:spPr>
          <a:xfrm>
            <a:off x="6416874" y="1436341"/>
            <a:ext cx="1466154" cy="669070"/>
          </a:xfrm>
          <a:prstGeom prst="rect">
            <a:avLst/>
          </a:prstGeom>
          <a:solidFill>
            <a:schemeClr val="accent5">
              <a:lumMod val="40000"/>
              <a:lumOff val="60000"/>
            </a:schemeClr>
          </a:soli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defRPr/>
            </a:pPr>
            <a:r>
              <a:rPr lang="en-US" sz="1000" b="1" kern="0" dirty="0">
                <a:solidFill>
                  <a:prstClr val="black"/>
                </a:solidFill>
                <a:cs typeface="Calibri" panose="020F0502020204030204" pitchFamily="34" charset="0"/>
              </a:rPr>
              <a:t>Create Jira Ticket for L3 team</a:t>
            </a:r>
          </a:p>
        </p:txBody>
      </p:sp>
      <p:cxnSp>
        <p:nvCxnSpPr>
          <p:cNvPr id="86" name="Connector: Elbow 85">
            <a:extLst>
              <a:ext uri="{FF2B5EF4-FFF2-40B4-BE49-F238E27FC236}">
                <a16:creationId xmlns:a16="http://schemas.microsoft.com/office/drawing/2014/main" id="{074EDB5A-C6B0-2ACC-582B-83AD6CBB3AC4}"/>
              </a:ext>
            </a:extLst>
          </p:cNvPr>
          <p:cNvCxnSpPr>
            <a:cxnSpLocks/>
          </p:cNvCxnSpPr>
          <p:nvPr/>
        </p:nvCxnSpPr>
        <p:spPr>
          <a:xfrm rot="10800000">
            <a:off x="7889681" y="1841399"/>
            <a:ext cx="787789" cy="546856"/>
          </a:xfrm>
          <a:prstGeom prst="bentConnector3">
            <a:avLst>
              <a:gd name="adj1" fmla="val -32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Rectangle 100">
            <a:extLst>
              <a:ext uri="{FF2B5EF4-FFF2-40B4-BE49-F238E27FC236}">
                <a16:creationId xmlns:a16="http://schemas.microsoft.com/office/drawing/2014/main" id="{24F7A8C8-FC92-569A-1B11-C4038135C9CA}"/>
              </a:ext>
            </a:extLst>
          </p:cNvPr>
          <p:cNvSpPr/>
          <p:nvPr/>
        </p:nvSpPr>
        <p:spPr>
          <a:xfrm>
            <a:off x="2949938" y="1748708"/>
            <a:ext cx="697625" cy="230832"/>
          </a:xfrm>
          <a:prstGeom prst="rect">
            <a:avLst/>
          </a:prstGeom>
        </p:spPr>
        <p:txBody>
          <a:bodyPr wrap="square">
            <a:spAutoFit/>
          </a:bodyPr>
          <a:lstStyle/>
          <a:p>
            <a:r>
              <a:rPr lang="en-US" sz="900" b="1" kern="0" dirty="0">
                <a:solidFill>
                  <a:prstClr val="black"/>
                </a:solidFill>
                <a:latin typeface="Calibri" panose="020F0502020204030204" pitchFamily="34" charset="0"/>
                <a:ea typeface="Calibri" panose="020F0502020204030204" pitchFamily="34" charset="0"/>
                <a:cs typeface="Calibri" panose="020F0502020204030204" pitchFamily="34" charset="0"/>
              </a:rPr>
              <a:t>Non-Prod</a:t>
            </a:r>
          </a:p>
        </p:txBody>
      </p:sp>
      <p:sp>
        <p:nvSpPr>
          <p:cNvPr id="102" name="Rectangle 101">
            <a:extLst>
              <a:ext uri="{FF2B5EF4-FFF2-40B4-BE49-F238E27FC236}">
                <a16:creationId xmlns:a16="http://schemas.microsoft.com/office/drawing/2014/main" id="{025DDC94-ED27-C8D0-F4F8-F97E121D3E87}"/>
              </a:ext>
            </a:extLst>
          </p:cNvPr>
          <p:cNvSpPr/>
          <p:nvPr/>
        </p:nvSpPr>
        <p:spPr>
          <a:xfrm>
            <a:off x="3095203" y="965975"/>
            <a:ext cx="1051605" cy="57274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ct val="0"/>
              </a:spcBef>
              <a:spcAft>
                <a:spcPct val="0"/>
              </a:spcAft>
              <a:defRPr/>
            </a:pPr>
            <a:r>
              <a:rPr kumimoji="0" lang="en-US" sz="9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Escalate to L3</a:t>
            </a:r>
          </a:p>
        </p:txBody>
      </p:sp>
      <p:cxnSp>
        <p:nvCxnSpPr>
          <p:cNvPr id="107" name="Straight Arrow Connector 106">
            <a:extLst>
              <a:ext uri="{FF2B5EF4-FFF2-40B4-BE49-F238E27FC236}">
                <a16:creationId xmlns:a16="http://schemas.microsoft.com/office/drawing/2014/main" id="{71B667E6-1AFA-23A7-5001-05FC973902E5}"/>
              </a:ext>
            </a:extLst>
          </p:cNvPr>
          <p:cNvCxnSpPr>
            <a:cxnSpLocks/>
            <a:stCxn id="65" idx="0"/>
            <a:endCxn id="102" idx="2"/>
          </p:cNvCxnSpPr>
          <p:nvPr/>
        </p:nvCxnSpPr>
        <p:spPr>
          <a:xfrm flipH="1" flipV="1">
            <a:off x="3621006" y="1538720"/>
            <a:ext cx="1" cy="8300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F4F1A507-84F9-E861-05D3-8EB20E28783C}"/>
              </a:ext>
            </a:extLst>
          </p:cNvPr>
          <p:cNvCxnSpPr>
            <a:cxnSpLocks/>
          </p:cNvCxnSpPr>
          <p:nvPr/>
        </p:nvCxnSpPr>
        <p:spPr>
          <a:xfrm flipV="1">
            <a:off x="4154473" y="1346351"/>
            <a:ext cx="3924183" cy="198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2" name="Rectangle 111">
            <a:extLst>
              <a:ext uri="{FF2B5EF4-FFF2-40B4-BE49-F238E27FC236}">
                <a16:creationId xmlns:a16="http://schemas.microsoft.com/office/drawing/2014/main" id="{0B2F4F26-B8FA-E293-9078-86F5019307D3}"/>
              </a:ext>
            </a:extLst>
          </p:cNvPr>
          <p:cNvSpPr/>
          <p:nvPr/>
        </p:nvSpPr>
        <p:spPr>
          <a:xfrm>
            <a:off x="5087104" y="818819"/>
            <a:ext cx="1657854" cy="43927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ct val="0"/>
              </a:spcBef>
              <a:spcAft>
                <a:spcPct val="0"/>
              </a:spcAft>
              <a:defRPr/>
            </a:pPr>
            <a:r>
              <a:rPr kumimoji="0" lang="en-US" sz="9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L3 involves SMO in engaging other partners</a:t>
            </a:r>
          </a:p>
        </p:txBody>
      </p:sp>
      <p:cxnSp>
        <p:nvCxnSpPr>
          <p:cNvPr id="113" name="Straight Arrow Connector 112">
            <a:extLst>
              <a:ext uri="{FF2B5EF4-FFF2-40B4-BE49-F238E27FC236}">
                <a16:creationId xmlns:a16="http://schemas.microsoft.com/office/drawing/2014/main" id="{E5FF1211-4178-4085-C7F6-29B18BD8A327}"/>
              </a:ext>
            </a:extLst>
          </p:cNvPr>
          <p:cNvCxnSpPr>
            <a:cxnSpLocks/>
          </p:cNvCxnSpPr>
          <p:nvPr/>
        </p:nvCxnSpPr>
        <p:spPr>
          <a:xfrm flipH="1">
            <a:off x="6744958" y="1092692"/>
            <a:ext cx="13260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Rectangle: Rounded Corners 119">
            <a:extLst>
              <a:ext uri="{FF2B5EF4-FFF2-40B4-BE49-F238E27FC236}">
                <a16:creationId xmlns:a16="http://schemas.microsoft.com/office/drawing/2014/main" id="{5586CE80-6CF8-B724-5CC2-58FA05A7BED1}"/>
              </a:ext>
            </a:extLst>
          </p:cNvPr>
          <p:cNvSpPr/>
          <p:nvPr/>
        </p:nvSpPr>
        <p:spPr>
          <a:xfrm>
            <a:off x="7477164" y="5318760"/>
            <a:ext cx="4516716" cy="953361"/>
          </a:xfrm>
          <a:prstGeom prst="roundRect">
            <a:avLst/>
          </a:prstGeom>
          <a:solidFill>
            <a:srgbClr val="D0EB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
            </a:pPr>
            <a:r>
              <a:rPr lang="en-US" sz="1100" dirty="0">
                <a:solidFill>
                  <a:schemeClr val="tx1"/>
                </a:solidFill>
              </a:rPr>
              <a:t>Non-Prod Incidents and SB migration incidents are escalated to L3 directly</a:t>
            </a:r>
          </a:p>
          <a:p>
            <a:pPr marL="171450" indent="-171450">
              <a:buFont typeface="Wingdings" panose="05000000000000000000" pitchFamily="2" charset="2"/>
              <a:buChar char="§"/>
            </a:pPr>
            <a:r>
              <a:rPr lang="en-US" sz="1100" dirty="0">
                <a:solidFill>
                  <a:schemeClr val="tx1"/>
                </a:solidFill>
              </a:rPr>
              <a:t>Production incidents for job failures are in L1L2 queue till closure</a:t>
            </a:r>
          </a:p>
          <a:p>
            <a:pPr marL="171450" indent="-171450">
              <a:buFont typeface="Wingdings" panose="05000000000000000000" pitchFamily="2" charset="2"/>
              <a:buChar char="§"/>
            </a:pPr>
            <a:r>
              <a:rPr lang="en-US" sz="1100" dirty="0">
                <a:solidFill>
                  <a:schemeClr val="tx1"/>
                </a:solidFill>
              </a:rPr>
              <a:t>SR Ticket is expected to create for L3 effort tracking and additional analysis.</a:t>
            </a:r>
          </a:p>
        </p:txBody>
      </p:sp>
    </p:spTree>
    <p:extLst>
      <p:ext uri="{BB962C8B-B14F-4D97-AF65-F5344CB8AC3E}">
        <p14:creationId xmlns:p14="http://schemas.microsoft.com/office/powerpoint/2010/main" val="3866617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C9CCC-A1F3-2281-9C4B-929BE478A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EE414-A397-D749-FA62-10FC78E09734}"/>
              </a:ext>
            </a:extLst>
          </p:cNvPr>
          <p:cNvSpPr>
            <a:spLocks noGrp="1"/>
          </p:cNvSpPr>
          <p:nvPr>
            <p:ph type="title"/>
          </p:nvPr>
        </p:nvSpPr>
        <p:spPr>
          <a:xfrm>
            <a:off x="274318" y="228602"/>
            <a:ext cx="10808209" cy="326423"/>
          </a:xfrm>
        </p:spPr>
        <p:txBody>
          <a:bodyPr/>
          <a:lstStyle/>
          <a:p>
            <a:r>
              <a:rPr lang="en-US" dirty="0"/>
              <a:t>RNP Monthly load issue</a:t>
            </a:r>
          </a:p>
        </p:txBody>
      </p:sp>
      <p:sp>
        <p:nvSpPr>
          <p:cNvPr id="4" name="Footer Placeholder 3">
            <a:extLst>
              <a:ext uri="{FF2B5EF4-FFF2-40B4-BE49-F238E27FC236}">
                <a16:creationId xmlns:a16="http://schemas.microsoft.com/office/drawing/2014/main" id="{6A37B7F7-7398-D2BF-9F97-777ED7254853}"/>
              </a:ext>
            </a:extLst>
          </p:cNvPr>
          <p:cNvSpPr>
            <a:spLocks noGrp="1"/>
          </p:cNvSpPr>
          <p:nvPr>
            <p:ph type="ftr" sz="quarter" idx="3"/>
          </p:nvPr>
        </p:nvSpPr>
        <p:spPr>
          <a:xfrm>
            <a:off x="1005094" y="6592994"/>
            <a:ext cx="1198179" cy="190416"/>
          </a:xfrm>
        </p:spPr>
        <p:txBody>
          <a:bodyPr/>
          <a:lstStyle/>
          <a:p>
            <a:r>
              <a:rPr lang="en-US" dirty="0"/>
              <a:t>© 2025 Cognizant</a:t>
            </a:r>
          </a:p>
        </p:txBody>
      </p:sp>
      <p:sp>
        <p:nvSpPr>
          <p:cNvPr id="5" name="Slide Number Placeholder 4">
            <a:extLst>
              <a:ext uri="{FF2B5EF4-FFF2-40B4-BE49-F238E27FC236}">
                <a16:creationId xmlns:a16="http://schemas.microsoft.com/office/drawing/2014/main" id="{49B32DBF-AC33-F7B6-F755-34658437C39D}"/>
              </a:ext>
            </a:extLst>
          </p:cNvPr>
          <p:cNvSpPr>
            <a:spLocks noGrp="1"/>
          </p:cNvSpPr>
          <p:nvPr>
            <p:ph type="sldNum" sz="quarter" idx="4"/>
          </p:nvPr>
        </p:nvSpPr>
        <p:spPr/>
        <p:txBody>
          <a:bodyPr/>
          <a:lstStyle/>
          <a:p>
            <a:fld id="{C53E075B-3175-45CF-B3C7-FEDF3F5961E3}" type="slidenum">
              <a:rPr lang="en-US" smtClean="0"/>
              <a:pPr/>
              <a:t>5</a:t>
            </a:fld>
            <a:endParaRPr lang="en-US" dirty="0"/>
          </a:p>
        </p:txBody>
      </p:sp>
      <p:graphicFrame>
        <p:nvGraphicFramePr>
          <p:cNvPr id="6" name="Table 6">
            <a:extLst>
              <a:ext uri="{FF2B5EF4-FFF2-40B4-BE49-F238E27FC236}">
                <a16:creationId xmlns:a16="http://schemas.microsoft.com/office/drawing/2014/main" id="{5492FBB0-35D9-CE97-851F-5988D6CF4D96}"/>
              </a:ext>
            </a:extLst>
          </p:cNvPr>
          <p:cNvGraphicFramePr>
            <a:graphicFrameLocks noGrp="1"/>
          </p:cNvGraphicFramePr>
          <p:nvPr>
            <p:extLst>
              <p:ext uri="{D42A27DB-BD31-4B8C-83A1-F6EECF244321}">
                <p14:modId xmlns:p14="http://schemas.microsoft.com/office/powerpoint/2010/main" val="3997300951"/>
              </p:ext>
            </p:extLst>
          </p:nvPr>
        </p:nvGraphicFramePr>
        <p:xfrm>
          <a:off x="5678422" y="487680"/>
          <a:ext cx="6407558" cy="6278880"/>
        </p:xfrm>
        <a:graphic>
          <a:graphicData uri="http://schemas.openxmlformats.org/drawingml/2006/table">
            <a:tbl>
              <a:tblPr firstRow="1" bandRow="1">
                <a:tableStyleId>{5C22544A-7EE6-4342-B048-85BDC9FD1C3A}</a:tableStyleId>
              </a:tblPr>
              <a:tblGrid>
                <a:gridCol w="1561046">
                  <a:extLst>
                    <a:ext uri="{9D8B030D-6E8A-4147-A177-3AD203B41FA5}">
                      <a16:colId xmlns:a16="http://schemas.microsoft.com/office/drawing/2014/main" val="1713009684"/>
                    </a:ext>
                  </a:extLst>
                </a:gridCol>
                <a:gridCol w="4846512">
                  <a:extLst>
                    <a:ext uri="{9D8B030D-6E8A-4147-A177-3AD203B41FA5}">
                      <a16:colId xmlns:a16="http://schemas.microsoft.com/office/drawing/2014/main" val="2749971731"/>
                    </a:ext>
                  </a:extLst>
                </a:gridCol>
              </a:tblGrid>
              <a:tr h="280243">
                <a:tc>
                  <a:txBody>
                    <a:bodyPr/>
                    <a:lstStyle/>
                    <a:p>
                      <a:r>
                        <a:rPr lang="en-CA" sz="1400" dirty="0"/>
                        <a:t>Date &amp; Time</a:t>
                      </a:r>
                    </a:p>
                  </a:txBody>
                  <a:tcPr/>
                </a:tc>
                <a:tc>
                  <a:txBody>
                    <a:bodyPr/>
                    <a:lstStyle/>
                    <a:p>
                      <a:r>
                        <a:rPr lang="en-CA" sz="1400" dirty="0"/>
                        <a:t>Event</a:t>
                      </a:r>
                    </a:p>
                  </a:txBody>
                  <a:tcPr/>
                </a:tc>
                <a:extLst>
                  <a:ext uri="{0D108BD9-81ED-4DB2-BD59-A6C34878D82A}">
                    <a16:rowId xmlns:a16="http://schemas.microsoft.com/office/drawing/2014/main" val="4015006514"/>
                  </a:ext>
                </a:extLst>
              </a:tr>
              <a:tr h="473071">
                <a:tc>
                  <a:txBody>
                    <a:bodyPr/>
                    <a:lstStyle/>
                    <a:p>
                      <a:r>
                        <a:rPr lang="en-US" sz="1100" kern="1200" dirty="0">
                          <a:solidFill>
                            <a:srgbClr val="555555"/>
                          </a:solidFill>
                          <a:latin typeface="+mn-lt"/>
                          <a:ea typeface="+mn-ea"/>
                          <a:cs typeface="+mn-cs"/>
                        </a:rPr>
                        <a:t>9/25/2025  3:45 AM</a:t>
                      </a:r>
                      <a:endParaRPr lang="en-CA" sz="1100" dirty="0"/>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Informatica annual loss load process job failed due to duplicate entry in control file. Vidyadhar informed L1L2 to update the control file as a temporary fix to resume the batch</a:t>
                      </a:r>
                      <a:endParaRPr lang="en-US" sz="1100" kern="1200" dirty="0">
                        <a:solidFill>
                          <a:srgbClr val="555555"/>
                        </a:solidFill>
                        <a:latin typeface="+mn-lt"/>
                        <a:ea typeface="Calibri" panose="020F0502020204030204" pitchFamily="34" charset="0"/>
                        <a:cs typeface="+mn-cs"/>
                      </a:endParaRPr>
                    </a:p>
                  </a:txBody>
                  <a:tcPr>
                    <a:solidFill>
                      <a:schemeClr val="accent2">
                        <a:lumMod val="20000"/>
                        <a:lumOff val="80000"/>
                      </a:schemeClr>
                    </a:solidFill>
                  </a:tcPr>
                </a:tc>
                <a:extLst>
                  <a:ext uri="{0D108BD9-81ED-4DB2-BD59-A6C34878D82A}">
                    <a16:rowId xmlns:a16="http://schemas.microsoft.com/office/drawing/2014/main" val="2320819662"/>
                  </a:ext>
                </a:extLst>
              </a:tr>
              <a:tr h="206210">
                <a:tc>
                  <a:txBody>
                    <a:bodyPr/>
                    <a:lstStyle/>
                    <a:p>
                      <a:r>
                        <a:rPr lang="en-US" sz="1100" kern="1200" dirty="0">
                          <a:solidFill>
                            <a:srgbClr val="555555"/>
                          </a:solidFill>
                          <a:latin typeface="+mn-lt"/>
                          <a:ea typeface="+mn-ea"/>
                          <a:cs typeface="+mn-cs"/>
                        </a:rPr>
                        <a:t>9/25/2025  3:35 PM</a:t>
                      </a:r>
                      <a:endParaRPr lang="en-CA" sz="1100" dirty="0"/>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Post validation of the file, informatica failed job was restarted. Vidyadhar informed L1L2 to place the mainframe job on hold for next day cycle.</a:t>
                      </a:r>
                    </a:p>
                  </a:txBody>
                  <a:tcPr>
                    <a:solidFill>
                      <a:schemeClr val="accent2">
                        <a:lumMod val="20000"/>
                        <a:lumOff val="80000"/>
                      </a:schemeClr>
                    </a:solidFill>
                  </a:tcPr>
                </a:tc>
                <a:extLst>
                  <a:ext uri="{0D108BD9-81ED-4DB2-BD59-A6C34878D82A}">
                    <a16:rowId xmlns:a16="http://schemas.microsoft.com/office/drawing/2014/main" val="2162598869"/>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9/26/2025 7:30 AM</a:t>
                      </a:r>
                      <a:endParaRPr lang="en-CA" sz="1100" dirty="0"/>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L1L2 worked with Vidyadhar to fix the control file for 09/25. Vidyadhar provided instructions to handle the control file issue to hold the job, run onetime fix and release the job for upcoming runs</a:t>
                      </a:r>
                    </a:p>
                  </a:txBody>
                  <a:tcPr>
                    <a:solidFill>
                      <a:schemeClr val="accent2">
                        <a:lumMod val="20000"/>
                        <a:lumOff val="80000"/>
                      </a:schemeClr>
                    </a:solidFill>
                  </a:tcPr>
                </a:tc>
                <a:extLst>
                  <a:ext uri="{0D108BD9-81ED-4DB2-BD59-A6C34878D82A}">
                    <a16:rowId xmlns:a16="http://schemas.microsoft.com/office/drawing/2014/main" val="561559846"/>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9/27/2025 12:53 AM</a:t>
                      </a:r>
                      <a:endParaRPr lang="en-CA" sz="1100" dirty="0"/>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L1L2 performed the activity per instructions for 09/26 thru 10/02</a:t>
                      </a:r>
                    </a:p>
                  </a:txBody>
                  <a:tcPr>
                    <a:solidFill>
                      <a:schemeClr val="accent2">
                        <a:lumMod val="20000"/>
                        <a:lumOff val="80000"/>
                      </a:schemeClr>
                    </a:solidFill>
                  </a:tcPr>
                </a:tc>
                <a:extLst>
                  <a:ext uri="{0D108BD9-81ED-4DB2-BD59-A6C34878D82A}">
                    <a16:rowId xmlns:a16="http://schemas.microsoft.com/office/drawing/2014/main" val="259092865"/>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10/03/2025 08:30 PM</a:t>
                      </a:r>
                      <a:endParaRPr lang="en-CA" sz="1100" dirty="0"/>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RN0105 job failed halted the batch and L1L2 missed to take care of the activity. </a:t>
                      </a:r>
                    </a:p>
                  </a:txBody>
                  <a:tcPr>
                    <a:solidFill>
                      <a:schemeClr val="accent3">
                        <a:lumMod val="20000"/>
                        <a:lumOff val="80000"/>
                      </a:schemeClr>
                    </a:solidFill>
                  </a:tcPr>
                </a:tc>
                <a:extLst>
                  <a:ext uri="{0D108BD9-81ED-4DB2-BD59-A6C34878D82A}">
                    <a16:rowId xmlns:a16="http://schemas.microsoft.com/office/drawing/2014/main" val="898046758"/>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10/03/2025 11:00 PM</a:t>
                      </a:r>
                      <a:endParaRPr lang="en-CA" sz="1100" dirty="0"/>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L2 offshore Support got engaged for analyzing the issue.</a:t>
                      </a:r>
                    </a:p>
                  </a:txBody>
                  <a:tcPr>
                    <a:solidFill>
                      <a:schemeClr val="accent3">
                        <a:lumMod val="20000"/>
                        <a:lumOff val="80000"/>
                      </a:schemeClr>
                    </a:solidFill>
                  </a:tcPr>
                </a:tc>
                <a:extLst>
                  <a:ext uri="{0D108BD9-81ED-4DB2-BD59-A6C34878D82A}">
                    <a16:rowId xmlns:a16="http://schemas.microsoft.com/office/drawing/2014/main" val="1126019000"/>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10/04/2025 12:10 AM</a:t>
                      </a:r>
                      <a:endParaRPr lang="en-CA" sz="1100" dirty="0"/>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L1L2 reached out to Karthika from Goaldiggers (offshore) through voice call and explained the issue. Karthika advised L1L2 to reach out to Vidyadhar for this issue</a:t>
                      </a:r>
                    </a:p>
                  </a:txBody>
                  <a:tcPr>
                    <a:solidFill>
                      <a:schemeClr val="accent3">
                        <a:lumMod val="20000"/>
                        <a:lumOff val="80000"/>
                      </a:schemeClr>
                    </a:solidFill>
                  </a:tcPr>
                </a:tc>
                <a:extLst>
                  <a:ext uri="{0D108BD9-81ED-4DB2-BD59-A6C34878D82A}">
                    <a16:rowId xmlns:a16="http://schemas.microsoft.com/office/drawing/2014/main" val="423728930"/>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10/04/2025 12:20 AM</a:t>
                      </a:r>
                      <a:endParaRPr lang="en-CA" sz="1100" dirty="0"/>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L1L2 reached to Vidyadhar thru voice call and explained the issue. He confirmed to force complete the job as it doesn’t impact the cycle. And he will work with business on the package count. L1L2 Force completed the job and resumed the batch.</a:t>
                      </a:r>
                    </a:p>
                  </a:txBody>
                  <a:tcPr>
                    <a:solidFill>
                      <a:schemeClr val="accent3">
                        <a:lumMod val="20000"/>
                        <a:lumOff val="80000"/>
                      </a:schemeClr>
                    </a:solidFill>
                  </a:tcPr>
                </a:tc>
                <a:extLst>
                  <a:ext uri="{0D108BD9-81ED-4DB2-BD59-A6C34878D82A}">
                    <a16:rowId xmlns:a16="http://schemas.microsoft.com/office/drawing/2014/main" val="2670382228"/>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10/05/2025 03:00 PM</a:t>
                      </a:r>
                      <a:endParaRPr lang="en-CA" sz="1100" dirty="0"/>
                    </a:p>
                  </a:txBody>
                  <a:tcPr>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L1L2 released the RNP Monthly cycle per schedule (first Sunday of month)</a:t>
                      </a:r>
                    </a:p>
                  </a:txBody>
                  <a:tcPr>
                    <a:solidFill>
                      <a:srgbClr val="FFFFCC"/>
                    </a:solidFill>
                  </a:tcPr>
                </a:tc>
                <a:extLst>
                  <a:ext uri="{0D108BD9-81ED-4DB2-BD59-A6C34878D82A}">
                    <a16:rowId xmlns:a16="http://schemas.microsoft.com/office/drawing/2014/main" val="1497597049"/>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10/05/2025 11:37 PM</a:t>
                      </a:r>
                      <a:endParaRPr lang="en-CA" sz="1100" dirty="0"/>
                    </a:p>
                  </a:txBody>
                  <a:tcPr>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RNP Informatica Monthly cycle completed in ESP</a:t>
                      </a:r>
                    </a:p>
                  </a:txBody>
                  <a:tcPr>
                    <a:solidFill>
                      <a:srgbClr val="FFFFCC"/>
                    </a:solidFill>
                  </a:tcPr>
                </a:tc>
                <a:extLst>
                  <a:ext uri="{0D108BD9-81ED-4DB2-BD59-A6C34878D82A}">
                    <a16:rowId xmlns:a16="http://schemas.microsoft.com/office/drawing/2014/main" val="293675836"/>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10/06/2025 05:03 AM</a:t>
                      </a:r>
                      <a:endParaRPr lang="en-CA" sz="1100" dirty="0"/>
                    </a:p>
                  </a:txBody>
                  <a:tcPr>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L1L2 reached to GD offshore through email that mainframe held job not released and the monthly cycle got triggered. Harsha from GD informed to wait till Vidyadhar logs in since they don’t have insight on this impact.</a:t>
                      </a:r>
                    </a:p>
                  </a:txBody>
                  <a:tcPr>
                    <a:solidFill>
                      <a:srgbClr val="FFFFCC"/>
                    </a:solidFill>
                  </a:tcPr>
                </a:tc>
                <a:extLst>
                  <a:ext uri="{0D108BD9-81ED-4DB2-BD59-A6C34878D82A}">
                    <a16:rowId xmlns:a16="http://schemas.microsoft.com/office/drawing/2014/main" val="3537256177"/>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10/06/2025 08:00 AM</a:t>
                      </a:r>
                      <a:endParaRPr lang="en-CA" sz="1100" dirty="0"/>
                    </a:p>
                  </a:txBody>
                  <a:tcPr>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L1L2 connected with Vidyadhar along with offshore and discussed for next steps</a:t>
                      </a:r>
                    </a:p>
                  </a:txBody>
                  <a:tcPr>
                    <a:solidFill>
                      <a:srgbClr val="FFFFCC"/>
                    </a:solidFill>
                  </a:tcPr>
                </a:tc>
                <a:extLst>
                  <a:ext uri="{0D108BD9-81ED-4DB2-BD59-A6C34878D82A}">
                    <a16:rowId xmlns:a16="http://schemas.microsoft.com/office/drawing/2014/main" val="4013497543"/>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10/06/2025 03:36 PM</a:t>
                      </a:r>
                      <a:endParaRPr lang="en-CA" sz="1100" dirty="0"/>
                    </a:p>
                  </a:txBody>
                  <a:tcPr>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Informatica daily cycle got triggered to load missed data</a:t>
                      </a:r>
                    </a:p>
                  </a:txBody>
                  <a:tcPr>
                    <a:solidFill>
                      <a:srgbClr val="FFFFCC"/>
                    </a:solidFill>
                  </a:tcPr>
                </a:tc>
                <a:extLst>
                  <a:ext uri="{0D108BD9-81ED-4DB2-BD59-A6C34878D82A}">
                    <a16:rowId xmlns:a16="http://schemas.microsoft.com/office/drawing/2014/main" val="535995436"/>
                  </a:ext>
                </a:extLst>
              </a:tr>
              <a:tr h="206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mn-ea"/>
                          <a:cs typeface="+mn-cs"/>
                        </a:rPr>
                        <a:t>10/06/2025 06:06 PM</a:t>
                      </a:r>
                      <a:endParaRPr lang="en-CA" sz="1100" dirty="0"/>
                    </a:p>
                  </a:txBody>
                  <a:tcPr>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rgbClr val="555555"/>
                          </a:solidFill>
                          <a:latin typeface="+mn-lt"/>
                          <a:ea typeface="Calibri" panose="020F0502020204030204" pitchFamily="34" charset="0"/>
                          <a:cs typeface="+mn-cs"/>
                        </a:rPr>
                        <a:t>Informatica daily cycle got completed and validated</a:t>
                      </a:r>
                    </a:p>
                  </a:txBody>
                  <a:tcPr>
                    <a:solidFill>
                      <a:srgbClr val="FFFFCC"/>
                    </a:solidFill>
                  </a:tcPr>
                </a:tc>
                <a:extLst>
                  <a:ext uri="{0D108BD9-81ED-4DB2-BD59-A6C34878D82A}">
                    <a16:rowId xmlns:a16="http://schemas.microsoft.com/office/drawing/2014/main" val="1385629629"/>
                  </a:ext>
                </a:extLst>
              </a:tr>
            </a:tbl>
          </a:graphicData>
        </a:graphic>
      </p:graphicFrame>
      <p:cxnSp>
        <p:nvCxnSpPr>
          <p:cNvPr id="7" name="Straight Connector 6">
            <a:extLst>
              <a:ext uri="{FF2B5EF4-FFF2-40B4-BE49-F238E27FC236}">
                <a16:creationId xmlns:a16="http://schemas.microsoft.com/office/drawing/2014/main" id="{752AACEA-DA09-D1BB-1335-CF7C663E90B9}"/>
              </a:ext>
            </a:extLst>
          </p:cNvPr>
          <p:cNvCxnSpPr>
            <a:cxnSpLocks/>
          </p:cNvCxnSpPr>
          <p:nvPr/>
        </p:nvCxnSpPr>
        <p:spPr>
          <a:xfrm>
            <a:off x="5581815" y="555025"/>
            <a:ext cx="0" cy="595689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0AE4251-54B6-61BA-98BB-D2582F9F4A7F}"/>
              </a:ext>
            </a:extLst>
          </p:cNvPr>
          <p:cNvSpPr/>
          <p:nvPr/>
        </p:nvSpPr>
        <p:spPr>
          <a:xfrm>
            <a:off x="163001" y="636104"/>
            <a:ext cx="5315448" cy="59568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Issue Summary</a:t>
            </a:r>
          </a:p>
          <a:p>
            <a:pPr algn="just"/>
            <a:r>
              <a:rPr lang="en-US" sz="1200" dirty="0">
                <a:solidFill>
                  <a:schemeClr val="tx1">
                    <a:lumMod val="90000"/>
                    <a:lumOff val="10000"/>
                  </a:schemeClr>
                </a:solidFill>
              </a:rPr>
              <a:t>On October 3</a:t>
            </a:r>
            <a:r>
              <a:rPr lang="en-US" sz="1200" baseline="30000" dirty="0">
                <a:solidFill>
                  <a:schemeClr val="tx1">
                    <a:lumMod val="90000"/>
                    <a:lumOff val="10000"/>
                  </a:schemeClr>
                </a:solidFill>
              </a:rPr>
              <a:t>rd</a:t>
            </a:r>
            <a:r>
              <a:rPr lang="en-US" sz="1200" dirty="0">
                <a:solidFill>
                  <a:schemeClr val="tx1">
                    <a:lumMod val="90000"/>
                    <a:lumOff val="10000"/>
                  </a:schemeClr>
                </a:solidFill>
              </a:rPr>
              <a:t> 2025, RNP Informatica monthly batch process, which runs on first Sunday of every month, executed before the completion of the mainframe FTP job. Consequently, all data corresponding to the previous month was loaded, but data for 10/03 was not included.</a:t>
            </a:r>
            <a:br>
              <a:rPr lang="en-US" sz="1200" dirty="0">
                <a:solidFill>
                  <a:schemeClr val="tx1">
                    <a:lumMod val="90000"/>
                    <a:lumOff val="10000"/>
                  </a:schemeClr>
                </a:solidFill>
              </a:rPr>
            </a:br>
            <a:endParaRPr lang="en-US" sz="1200" dirty="0">
              <a:solidFill>
                <a:schemeClr val="tx1">
                  <a:lumMod val="90000"/>
                  <a:lumOff val="10000"/>
                </a:schemeClr>
              </a:solidFill>
            </a:endParaRPr>
          </a:p>
          <a:p>
            <a:r>
              <a:rPr lang="en-US" sz="1400" b="1" dirty="0">
                <a:solidFill>
                  <a:schemeClr val="tx1"/>
                </a:solidFill>
              </a:rPr>
              <a:t>Business impact</a:t>
            </a:r>
          </a:p>
          <a:p>
            <a:r>
              <a:rPr lang="en-US" sz="1200" dirty="0">
                <a:solidFill>
                  <a:schemeClr val="tx1">
                    <a:lumMod val="90000"/>
                    <a:lumOff val="10000"/>
                  </a:schemeClr>
                </a:solidFill>
              </a:rPr>
              <a:t>Delay in sending reports to business and data was catch up on 10/06. No impact was observed</a:t>
            </a:r>
            <a:br>
              <a:rPr lang="en-US" sz="1200" dirty="0">
                <a:solidFill>
                  <a:schemeClr val="tx1">
                    <a:lumMod val="90000"/>
                    <a:lumOff val="10000"/>
                  </a:schemeClr>
                </a:solidFill>
              </a:rPr>
            </a:br>
            <a:endParaRPr lang="en-US" sz="1200" dirty="0">
              <a:solidFill>
                <a:schemeClr val="tx1">
                  <a:lumMod val="90000"/>
                  <a:lumOff val="10000"/>
                </a:schemeClr>
              </a:solidFill>
            </a:endParaRPr>
          </a:p>
          <a:p>
            <a:r>
              <a:rPr lang="en-US" sz="1400" b="1" dirty="0">
                <a:solidFill>
                  <a:schemeClr val="tx1"/>
                </a:solidFill>
              </a:rPr>
              <a:t>Root cause</a:t>
            </a:r>
          </a:p>
          <a:p>
            <a:pPr marR="0" algn="just">
              <a:lnSpc>
                <a:spcPct val="107000"/>
              </a:lnSpc>
              <a:spcBef>
                <a:spcPts val="0"/>
              </a:spcBef>
              <a:spcAft>
                <a:spcPts val="800"/>
              </a:spcAft>
            </a:pPr>
            <a:r>
              <a:rPr lang="en-US" sz="1200" dirty="0">
                <a:solidFill>
                  <a:schemeClr val="tx1">
                    <a:lumMod val="90000"/>
                    <a:lumOff val="10000"/>
                  </a:schemeClr>
                </a:solidFill>
              </a:rPr>
              <a:t>On 09/25, the Account Loss job in Informatica failed due to duplicate records in the control file. A temporary workaround was implemented by updating the control file to resume processing. L3 instructed L1L2 to continue applying this one-time fix until a permanent solution is deployed. L1L2 performed this activity from 09/26 to 10/02; however, the update was missed on 10/03 due to other job failures - </a:t>
            </a:r>
            <a:r>
              <a:rPr lang="en-US" sz="1050" dirty="0">
                <a:hlinkClick r:id="rId2"/>
              </a:rPr>
              <a:t>INC01618436</a:t>
            </a:r>
            <a:r>
              <a:rPr lang="en-US" sz="1050" dirty="0"/>
              <a:t> </a:t>
            </a:r>
            <a:r>
              <a:rPr lang="en-US" sz="1200" dirty="0"/>
              <a:t>ident</a:t>
            </a:r>
            <a:endParaRPr lang="en-US" sz="1600" dirty="0"/>
          </a:p>
          <a:p>
            <a:pPr>
              <a:spcAft>
                <a:spcPts val="800"/>
              </a:spcAft>
            </a:pPr>
            <a:r>
              <a:rPr lang="en-US" sz="1400" b="1" dirty="0">
                <a:solidFill>
                  <a:schemeClr val="tx1"/>
                </a:solidFill>
              </a:rPr>
              <a:t>Resolution</a:t>
            </a:r>
            <a:br>
              <a:rPr lang="en-US" sz="1400" b="1" dirty="0">
                <a:solidFill>
                  <a:schemeClr val="tx1"/>
                </a:solidFill>
              </a:rPr>
            </a:br>
            <a:r>
              <a:rPr lang="en-US" sz="1200" dirty="0">
                <a:solidFill>
                  <a:schemeClr val="tx1">
                    <a:lumMod val="90000"/>
                    <a:lumOff val="10000"/>
                  </a:schemeClr>
                </a:solidFill>
              </a:rPr>
              <a:t>Mainframe job in hold was released and Informatica daily cycle was triggered on demand to load the 10/3 data in DB</a:t>
            </a:r>
          </a:p>
          <a:p>
            <a:pPr marL="171450" indent="-171450">
              <a:buFont typeface="Arial" panose="020B0604020202020204" pitchFamily="34" charset="0"/>
              <a:buChar char="•"/>
              <a:defRPr/>
            </a:pPr>
            <a:endParaRPr lang="en-US" dirty="0">
              <a:solidFill>
                <a:schemeClr val="tx1"/>
              </a:solidFill>
            </a:endParaRPr>
          </a:p>
          <a:p>
            <a:pPr marL="171450" indent="-171450">
              <a:buFont typeface="Arial" panose="020B0604020202020204" pitchFamily="34" charset="0"/>
              <a:buChar char="•"/>
              <a:defRPr/>
            </a:pPr>
            <a:endParaRPr lang="en-US" dirty="0">
              <a:solidFill>
                <a:schemeClr val="tx1"/>
              </a:solidFill>
            </a:endParaRPr>
          </a:p>
          <a:p>
            <a:pPr marL="171450" indent="-171450">
              <a:buFont typeface="Arial" panose="020B0604020202020204" pitchFamily="34" charset="0"/>
              <a:buChar char="•"/>
              <a:defRPr/>
            </a:pPr>
            <a:endParaRPr lang="en-US" dirty="0">
              <a:solidFill>
                <a:schemeClr val="tx1"/>
              </a:solidFill>
            </a:endParaRPr>
          </a:p>
          <a:p>
            <a:pPr marL="171450" indent="-171450">
              <a:buFont typeface="Arial" panose="020B0604020202020204" pitchFamily="34" charset="0"/>
              <a:buChar char="•"/>
              <a:defRPr/>
            </a:pPr>
            <a:endParaRPr lang="en-US" dirty="0">
              <a:solidFill>
                <a:schemeClr val="tx1"/>
              </a:solidFill>
            </a:endParaRPr>
          </a:p>
          <a:p>
            <a:pPr marL="171450" indent="-171450">
              <a:buFont typeface="Arial" panose="020B0604020202020204" pitchFamily="34" charset="0"/>
              <a:buChar char="•"/>
              <a:defRPr/>
            </a:pPr>
            <a:endParaRPr lang="en-US" dirty="0">
              <a:solidFill>
                <a:schemeClr val="tx1"/>
              </a:solidFill>
            </a:endParaRPr>
          </a:p>
        </p:txBody>
      </p:sp>
    </p:spTree>
    <p:extLst>
      <p:ext uri="{BB962C8B-B14F-4D97-AF65-F5344CB8AC3E}">
        <p14:creationId xmlns:p14="http://schemas.microsoft.com/office/powerpoint/2010/main" val="1004399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A1ECF-BB85-064A-8732-BBBC88BA821A}"/>
              </a:ext>
            </a:extLst>
          </p:cNvPr>
          <p:cNvSpPr>
            <a:spLocks noGrp="1"/>
          </p:cNvSpPr>
          <p:nvPr>
            <p:ph type="title"/>
          </p:nvPr>
        </p:nvSpPr>
        <p:spPr>
          <a:xfrm>
            <a:off x="297709" y="305671"/>
            <a:ext cx="10808209" cy="307777"/>
          </a:xfrm>
        </p:spPr>
        <p:txBody>
          <a:bodyPr wrap="square" anchor="t">
            <a:noAutofit/>
          </a:bodyPr>
          <a:lstStyle/>
          <a:p>
            <a:pPr>
              <a:lnSpc>
                <a:spcPct val="90000"/>
              </a:lnSpc>
            </a:pPr>
            <a:r>
              <a:rPr lang="en-US" dirty="0"/>
              <a:t>Remediation Measures</a:t>
            </a:r>
          </a:p>
        </p:txBody>
      </p:sp>
      <p:sp>
        <p:nvSpPr>
          <p:cNvPr id="4" name="Footer Placeholder 3">
            <a:extLst>
              <a:ext uri="{FF2B5EF4-FFF2-40B4-BE49-F238E27FC236}">
                <a16:creationId xmlns:a16="http://schemas.microsoft.com/office/drawing/2014/main" id="{BC9904D1-6CA9-7040-91EC-26A1950E35B0}"/>
              </a:ext>
            </a:extLst>
          </p:cNvPr>
          <p:cNvSpPr>
            <a:spLocks noGrp="1"/>
          </p:cNvSpPr>
          <p:nvPr>
            <p:ph type="ftr" sz="quarter" idx="3"/>
          </p:nvPr>
        </p:nvSpPr>
        <p:spPr>
          <a:xfrm>
            <a:off x="1042416" y="6438349"/>
            <a:ext cx="1198179" cy="190416"/>
          </a:xfrm>
        </p:spPr>
        <p:txBody>
          <a:bodyPr wrap="none" anchor="b">
            <a:normAutofit/>
          </a:bodyPr>
          <a:lstStyle/>
          <a:p>
            <a:pPr>
              <a:spcAft>
                <a:spcPts val="600"/>
              </a:spcAft>
            </a:pPr>
            <a:r>
              <a:rPr lang="en-US"/>
              <a:t>© 2022 Cognizant</a:t>
            </a:r>
          </a:p>
        </p:txBody>
      </p:sp>
      <p:sp>
        <p:nvSpPr>
          <p:cNvPr id="5" name="Slide Number Placeholder 4">
            <a:extLst>
              <a:ext uri="{FF2B5EF4-FFF2-40B4-BE49-F238E27FC236}">
                <a16:creationId xmlns:a16="http://schemas.microsoft.com/office/drawing/2014/main" id="{23370EBE-8163-8140-8679-E4D106C069F4}"/>
              </a:ext>
            </a:extLst>
          </p:cNvPr>
          <p:cNvSpPr>
            <a:spLocks noGrp="1"/>
          </p:cNvSpPr>
          <p:nvPr>
            <p:ph type="sldNum" sz="quarter" idx="4"/>
          </p:nvPr>
        </p:nvSpPr>
        <p:spPr>
          <a:xfrm>
            <a:off x="457199" y="6438651"/>
            <a:ext cx="352097" cy="190747"/>
          </a:xfrm>
        </p:spPr>
        <p:txBody>
          <a:bodyPr wrap="none" anchor="b">
            <a:normAutofit/>
          </a:bodyPr>
          <a:lstStyle/>
          <a:p>
            <a:pPr>
              <a:spcAft>
                <a:spcPts val="600"/>
              </a:spcAft>
            </a:pPr>
            <a:fld id="{C53E075B-3175-45CF-B3C7-FEDF3F5961E3}" type="slidenum">
              <a:rPr lang="en-US" smtClean="0"/>
              <a:pPr>
                <a:spcAft>
                  <a:spcPts val="600"/>
                </a:spcAft>
              </a:pPr>
              <a:t>6</a:t>
            </a:fld>
            <a:endParaRPr lang="en-US"/>
          </a:p>
        </p:txBody>
      </p:sp>
      <p:graphicFrame>
        <p:nvGraphicFramePr>
          <p:cNvPr id="6" name="Table 5">
            <a:extLst>
              <a:ext uri="{FF2B5EF4-FFF2-40B4-BE49-F238E27FC236}">
                <a16:creationId xmlns:a16="http://schemas.microsoft.com/office/drawing/2014/main" id="{EDA16340-F54C-46A8-AEBC-A86DE36A509D}"/>
              </a:ext>
            </a:extLst>
          </p:cNvPr>
          <p:cNvGraphicFramePr>
            <a:graphicFrameLocks noGrp="1"/>
          </p:cNvGraphicFramePr>
          <p:nvPr>
            <p:extLst>
              <p:ext uri="{D42A27DB-BD31-4B8C-83A1-F6EECF244321}">
                <p14:modId xmlns:p14="http://schemas.microsoft.com/office/powerpoint/2010/main" val="2969634212"/>
              </p:ext>
            </p:extLst>
          </p:nvPr>
        </p:nvGraphicFramePr>
        <p:xfrm>
          <a:off x="297180" y="1136227"/>
          <a:ext cx="11437621" cy="4027297"/>
        </p:xfrm>
        <a:graphic>
          <a:graphicData uri="http://schemas.openxmlformats.org/drawingml/2006/table">
            <a:tbl>
              <a:tblPr firstRow="1" bandRow="1"/>
              <a:tblGrid>
                <a:gridCol w="1815166">
                  <a:extLst>
                    <a:ext uri="{9D8B030D-6E8A-4147-A177-3AD203B41FA5}">
                      <a16:colId xmlns:a16="http://schemas.microsoft.com/office/drawing/2014/main" val="1110215910"/>
                    </a:ext>
                  </a:extLst>
                </a:gridCol>
                <a:gridCol w="3363680">
                  <a:extLst>
                    <a:ext uri="{9D8B030D-6E8A-4147-A177-3AD203B41FA5}">
                      <a16:colId xmlns:a16="http://schemas.microsoft.com/office/drawing/2014/main" val="1532012028"/>
                    </a:ext>
                  </a:extLst>
                </a:gridCol>
                <a:gridCol w="3835614">
                  <a:extLst>
                    <a:ext uri="{9D8B030D-6E8A-4147-A177-3AD203B41FA5}">
                      <a16:colId xmlns:a16="http://schemas.microsoft.com/office/drawing/2014/main" val="1428003247"/>
                    </a:ext>
                  </a:extLst>
                </a:gridCol>
                <a:gridCol w="1173480">
                  <a:extLst>
                    <a:ext uri="{9D8B030D-6E8A-4147-A177-3AD203B41FA5}">
                      <a16:colId xmlns:a16="http://schemas.microsoft.com/office/drawing/2014/main" val="742489624"/>
                    </a:ext>
                  </a:extLst>
                </a:gridCol>
                <a:gridCol w="1249681">
                  <a:extLst>
                    <a:ext uri="{9D8B030D-6E8A-4147-A177-3AD203B41FA5}">
                      <a16:colId xmlns:a16="http://schemas.microsoft.com/office/drawing/2014/main" val="2328732240"/>
                    </a:ext>
                  </a:extLst>
                </a:gridCol>
              </a:tblGrid>
              <a:tr h="390505">
                <a:tc>
                  <a:txBody>
                    <a:bodyPr/>
                    <a:lstStyle/>
                    <a:p>
                      <a:pPr algn="ctr" fontAlgn="b"/>
                      <a:r>
                        <a:rPr lang="en-US" sz="1500" b="1" i="0" u="none" strike="noStrike" dirty="0">
                          <a:solidFill>
                            <a:srgbClr val="000000"/>
                          </a:solidFill>
                          <a:effectLst/>
                          <a:latin typeface="+mj-lt"/>
                        </a:rPr>
                        <a:t>GAP</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500" b="1" i="0" u="none" strike="noStrike" dirty="0">
                          <a:solidFill>
                            <a:srgbClr val="000000"/>
                          </a:solidFill>
                          <a:effectLst/>
                          <a:latin typeface="+mj-lt"/>
                        </a:rPr>
                        <a:t>Reason for the GAP</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marL="0" indent="0" algn="ctr" fontAlgn="b">
                        <a:buFont typeface="Arial" panose="020B0604020202020204" pitchFamily="34" charset="0"/>
                        <a:buNone/>
                      </a:pPr>
                      <a:r>
                        <a:rPr lang="en-US" sz="1500" b="1" i="0" u="none" strike="noStrike" dirty="0">
                          <a:solidFill>
                            <a:srgbClr val="000000"/>
                          </a:solidFill>
                          <a:effectLst/>
                          <a:latin typeface="+mj-lt"/>
                        </a:rPr>
                        <a:t>Actions Items</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500" b="1" i="0" u="none" strike="noStrike" dirty="0">
                          <a:solidFill>
                            <a:srgbClr val="000000"/>
                          </a:solidFill>
                          <a:effectLst/>
                          <a:latin typeface="+mj-lt"/>
                        </a:rPr>
                        <a:t>Owner </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500" b="1" i="0" u="none" strike="noStrike" dirty="0">
                          <a:solidFill>
                            <a:srgbClr val="000000"/>
                          </a:solidFill>
                          <a:effectLst/>
                          <a:latin typeface="+mj-lt"/>
                        </a:rPr>
                        <a:t>Status</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319548915"/>
                  </a:ext>
                </a:extLst>
              </a:tr>
              <a:tr h="548640">
                <a:tc>
                  <a:txBody>
                    <a:bodyPr/>
                    <a:lstStyle/>
                    <a:p>
                      <a:pPr marL="0" marR="0" lvl="0" indent="0" algn="l" defTabSz="914400" rtl="0" eaLnBrk="1" fontAlgn="t" latinLnBrk="0" hangingPunct="1">
                        <a:lnSpc>
                          <a:spcPct val="107000"/>
                        </a:lnSpc>
                        <a:spcBef>
                          <a:spcPts val="0"/>
                        </a:spcBef>
                        <a:spcAft>
                          <a:spcPts val="800"/>
                        </a:spcAft>
                        <a:buClrTx/>
                        <a:buSzTx/>
                        <a:buFontTx/>
                        <a:buNone/>
                        <a:tabLst/>
                        <a:defRPr/>
                      </a:pPr>
                      <a:r>
                        <a:rPr lang="en-US" sz="1200" kern="1200" dirty="0">
                          <a:solidFill>
                            <a:schemeClr val="tx1">
                              <a:lumMod val="90000"/>
                              <a:lumOff val="10000"/>
                            </a:schemeClr>
                          </a:solidFill>
                          <a:latin typeface="+mn-lt"/>
                          <a:ea typeface="+mn-ea"/>
                          <a:cs typeface="+mn-cs"/>
                        </a:rPr>
                        <a:t>Delay in engaging support person</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t" latinLnBrk="0" hangingPunct="1">
                        <a:lnSpc>
                          <a:spcPct val="107000"/>
                        </a:lnSpc>
                        <a:spcBef>
                          <a:spcPts val="0"/>
                        </a:spcBef>
                        <a:spcAft>
                          <a:spcPts val="800"/>
                        </a:spcAft>
                        <a:buFont typeface="Arial" panose="020B0604020202020204" pitchFamily="34" charset="0"/>
                        <a:buNone/>
                      </a:pPr>
                      <a:r>
                        <a:rPr lang="en-US" sz="1200" kern="1200" dirty="0">
                          <a:solidFill>
                            <a:schemeClr val="tx1">
                              <a:lumMod val="90000"/>
                              <a:lumOff val="10000"/>
                            </a:schemeClr>
                          </a:solidFill>
                          <a:latin typeface="+mn-lt"/>
                          <a:ea typeface="+mn-ea"/>
                          <a:cs typeface="+mn-cs"/>
                        </a:rPr>
                        <a:t>L2 team on-call person was engaged during the support time over the weekend that caused delay in action.</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t" latinLnBrk="0" hangingPunct="1">
                        <a:lnSpc>
                          <a:spcPct val="107000"/>
                        </a:lnSpc>
                        <a:spcBef>
                          <a:spcPts val="0"/>
                        </a:spcBef>
                        <a:spcAft>
                          <a:spcPts val="800"/>
                        </a:spcAft>
                        <a:buFont typeface="Arial" panose="020B0604020202020204" pitchFamily="34" charset="0"/>
                        <a:buNone/>
                      </a:pPr>
                      <a:r>
                        <a:rPr lang="en-US" sz="1200" kern="1200" dirty="0">
                          <a:solidFill>
                            <a:schemeClr val="tx1">
                              <a:lumMod val="90000"/>
                              <a:lumOff val="10000"/>
                            </a:schemeClr>
                          </a:solidFill>
                          <a:latin typeface="+mn-lt"/>
                          <a:ea typeface="+mn-ea"/>
                          <a:cs typeface="+mn-cs"/>
                        </a:rPr>
                        <a:t>Weekend support will be revised to have the interrupted support </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800"/>
                        </a:spcAft>
                      </a:pPr>
                      <a:r>
                        <a:rPr lang="en-US" sz="1200" kern="1200" dirty="0">
                          <a:solidFill>
                            <a:schemeClr val="tx1">
                              <a:lumMod val="90000"/>
                              <a:lumOff val="10000"/>
                            </a:schemeClr>
                          </a:solidFill>
                          <a:latin typeface="+mn-lt"/>
                          <a:ea typeface="+mn-ea"/>
                          <a:cs typeface="+mn-cs"/>
                        </a:rPr>
                        <a:t>L2 </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algn="l" defTabSz="914400" rtl="0" eaLnBrk="1" fontAlgn="b" latinLnBrk="0" hangingPunct="1">
                        <a:lnSpc>
                          <a:spcPct val="107000"/>
                        </a:lnSpc>
                        <a:spcBef>
                          <a:spcPts val="0"/>
                        </a:spcBef>
                        <a:spcAft>
                          <a:spcPts val="800"/>
                        </a:spcAft>
                      </a:pPr>
                      <a:r>
                        <a:rPr lang="en-US" sz="1200" kern="1200" dirty="0">
                          <a:solidFill>
                            <a:schemeClr val="tx1">
                              <a:lumMod val="90000"/>
                              <a:lumOff val="10000"/>
                            </a:schemeClr>
                          </a:solidFill>
                          <a:latin typeface="+mn-lt"/>
                          <a:ea typeface="+mn-ea"/>
                          <a:cs typeface="+mn-cs"/>
                        </a:rPr>
                        <a:t>In Progress</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5906325"/>
                  </a:ext>
                </a:extLst>
              </a:tr>
              <a:tr h="548640">
                <a:tc>
                  <a:txBody>
                    <a:bodyPr/>
                    <a:lstStyle/>
                    <a:p>
                      <a:pPr marL="0" marR="0" lvl="0" indent="0" algn="l" defTabSz="914400" rtl="0" eaLnBrk="1" fontAlgn="t" latinLnBrk="0" hangingPunct="1">
                        <a:lnSpc>
                          <a:spcPct val="107000"/>
                        </a:lnSpc>
                        <a:spcBef>
                          <a:spcPts val="0"/>
                        </a:spcBef>
                        <a:spcAft>
                          <a:spcPts val="800"/>
                        </a:spcAft>
                        <a:buClrTx/>
                        <a:buSzTx/>
                        <a:buFontTx/>
                        <a:buNone/>
                        <a:tabLst/>
                        <a:defRPr/>
                      </a:pPr>
                      <a:r>
                        <a:rPr lang="en-US" sz="1200" kern="1200" dirty="0">
                          <a:solidFill>
                            <a:schemeClr val="tx1">
                              <a:lumMod val="90000"/>
                              <a:lumOff val="10000"/>
                            </a:schemeClr>
                          </a:solidFill>
                          <a:latin typeface="+mn-lt"/>
                          <a:ea typeface="+mn-ea"/>
                          <a:cs typeface="+mn-cs"/>
                        </a:rPr>
                        <a:t>Late Alerts setup</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t" latinLnBrk="0" hangingPunct="1">
                        <a:lnSpc>
                          <a:spcPct val="107000"/>
                        </a:lnSpc>
                        <a:spcBef>
                          <a:spcPts val="0"/>
                        </a:spcBef>
                        <a:spcAft>
                          <a:spcPts val="800"/>
                        </a:spcAft>
                        <a:buFont typeface="Arial" panose="020B0604020202020204" pitchFamily="34" charset="0"/>
                        <a:buNone/>
                      </a:pPr>
                      <a:r>
                        <a:rPr lang="en-US" sz="1200" kern="1200" dirty="0">
                          <a:solidFill>
                            <a:schemeClr val="tx1">
                              <a:lumMod val="90000"/>
                              <a:lumOff val="10000"/>
                            </a:schemeClr>
                          </a:solidFill>
                          <a:latin typeface="+mn-lt"/>
                          <a:ea typeface="+mn-ea"/>
                          <a:cs typeface="+mn-cs"/>
                        </a:rPr>
                        <a:t>Late alerts for the event/workflow is not setup to track the completion of the event</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t" latinLnBrk="0" hangingPunct="1">
                        <a:lnSpc>
                          <a:spcPct val="107000"/>
                        </a:lnSpc>
                        <a:spcBef>
                          <a:spcPts val="0"/>
                        </a:spcBef>
                        <a:spcAft>
                          <a:spcPts val="800"/>
                        </a:spcAft>
                        <a:buFont typeface="Arial" panose="020B0604020202020204" pitchFamily="34" charset="0"/>
                        <a:buNone/>
                      </a:pPr>
                      <a:r>
                        <a:rPr lang="en-US" sz="1200" kern="1200" dirty="0">
                          <a:solidFill>
                            <a:schemeClr val="tx1">
                              <a:lumMod val="90000"/>
                              <a:lumOff val="10000"/>
                            </a:schemeClr>
                          </a:solidFill>
                          <a:latin typeface="+mn-lt"/>
                          <a:ea typeface="+mn-ea"/>
                          <a:cs typeface="+mn-cs"/>
                        </a:rPr>
                        <a:t>Request will be raised to set up the late alert for the Reinsurance events to track the completion </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800"/>
                        </a:spcAft>
                      </a:pPr>
                      <a:r>
                        <a:rPr lang="en-US" sz="1200" kern="1200" dirty="0">
                          <a:solidFill>
                            <a:schemeClr val="tx1">
                              <a:lumMod val="90000"/>
                              <a:lumOff val="10000"/>
                            </a:schemeClr>
                          </a:solidFill>
                          <a:latin typeface="+mn-lt"/>
                          <a:ea typeface="+mn-ea"/>
                          <a:cs typeface="+mn-cs"/>
                        </a:rPr>
                        <a:t>L1L2</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7000"/>
                        </a:lnSpc>
                        <a:spcBef>
                          <a:spcPts val="0"/>
                        </a:spcBef>
                        <a:spcAft>
                          <a:spcPts val="800"/>
                        </a:spcAft>
                        <a:buClrTx/>
                        <a:buSzTx/>
                        <a:buFontTx/>
                        <a:buNone/>
                        <a:tabLst/>
                        <a:defRPr/>
                      </a:pPr>
                      <a:r>
                        <a:rPr lang="en-US" sz="1200" kern="1200" dirty="0">
                          <a:solidFill>
                            <a:schemeClr val="tx1">
                              <a:lumMod val="90000"/>
                              <a:lumOff val="10000"/>
                            </a:schemeClr>
                          </a:solidFill>
                          <a:latin typeface="+mn-lt"/>
                          <a:ea typeface="+mn-ea"/>
                          <a:cs typeface="+mn-cs"/>
                        </a:rPr>
                        <a:t>In Progress</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033834"/>
                  </a:ext>
                </a:extLst>
              </a:tr>
              <a:tr h="731520">
                <a:tc rowSpan="2">
                  <a:txBody>
                    <a:bodyPr/>
                    <a:lstStyle/>
                    <a:p>
                      <a:pPr marL="0" marR="0" lvl="0" indent="0" algn="l" defTabSz="914400" rtl="0" eaLnBrk="1" fontAlgn="t" latinLnBrk="0" hangingPunct="1">
                        <a:lnSpc>
                          <a:spcPct val="107000"/>
                        </a:lnSpc>
                        <a:spcBef>
                          <a:spcPts val="0"/>
                        </a:spcBef>
                        <a:spcAft>
                          <a:spcPts val="800"/>
                        </a:spcAft>
                        <a:buClrTx/>
                        <a:buSzTx/>
                        <a:buFontTx/>
                        <a:buNone/>
                        <a:tabLst/>
                        <a:defRPr/>
                      </a:pPr>
                      <a:r>
                        <a:rPr lang="en-US" sz="1200" kern="1200" dirty="0">
                          <a:solidFill>
                            <a:schemeClr val="tx1">
                              <a:lumMod val="90000"/>
                              <a:lumOff val="10000"/>
                            </a:schemeClr>
                          </a:solidFill>
                          <a:latin typeface="+mn-lt"/>
                          <a:ea typeface="+mn-ea"/>
                          <a:cs typeface="+mn-cs"/>
                        </a:rPr>
                        <a:t>Informatica Monthly batch cycle executed before mainframe FTP job</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t" latinLnBrk="0" hangingPunct="1">
                        <a:lnSpc>
                          <a:spcPct val="107000"/>
                        </a:lnSpc>
                        <a:spcBef>
                          <a:spcPts val="0"/>
                        </a:spcBef>
                        <a:spcAft>
                          <a:spcPts val="800"/>
                        </a:spcAft>
                        <a:buFont typeface="Arial" panose="020B0604020202020204" pitchFamily="34" charset="0"/>
                        <a:buNone/>
                      </a:pPr>
                      <a:r>
                        <a:rPr lang="en-US" sz="1200" kern="1200" dirty="0">
                          <a:solidFill>
                            <a:schemeClr val="tx1">
                              <a:lumMod val="90000"/>
                              <a:lumOff val="10000"/>
                            </a:schemeClr>
                          </a:solidFill>
                          <a:latin typeface="+mn-lt"/>
                          <a:ea typeface="+mn-ea"/>
                          <a:cs typeface="+mn-cs"/>
                        </a:rPr>
                        <a:t>Informatica monthly cycle will be released by L1 team on first Sunday of the month. </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t" latinLnBrk="0" hangingPunct="1">
                        <a:lnSpc>
                          <a:spcPct val="107000"/>
                        </a:lnSpc>
                        <a:spcBef>
                          <a:spcPts val="0"/>
                        </a:spcBef>
                        <a:spcAft>
                          <a:spcPts val="800"/>
                        </a:spcAft>
                        <a:buFont typeface="Arial" panose="020B0604020202020204" pitchFamily="34" charset="0"/>
                        <a:buNone/>
                      </a:pPr>
                      <a:r>
                        <a:rPr lang="en-US" sz="1200" kern="1200" dirty="0">
                          <a:solidFill>
                            <a:schemeClr val="tx1">
                              <a:lumMod val="90000"/>
                              <a:lumOff val="10000"/>
                            </a:schemeClr>
                          </a:solidFill>
                          <a:latin typeface="+mn-lt"/>
                          <a:ea typeface="+mn-ea"/>
                          <a:cs typeface="+mn-cs"/>
                        </a:rPr>
                        <a:t>Job dependency to be validated and avoid the manual intervention in releasing the Monthly trail.</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7000"/>
                        </a:lnSpc>
                        <a:spcBef>
                          <a:spcPts val="0"/>
                        </a:spcBef>
                        <a:spcAft>
                          <a:spcPts val="800"/>
                        </a:spcAft>
                        <a:buClrTx/>
                        <a:buSzTx/>
                        <a:buFontTx/>
                        <a:buNone/>
                        <a:tabLst/>
                        <a:defRPr/>
                      </a:pPr>
                      <a:r>
                        <a:rPr lang="en-US" sz="1200" kern="1200" dirty="0">
                          <a:solidFill>
                            <a:schemeClr val="tx1">
                              <a:lumMod val="90000"/>
                              <a:lumOff val="10000"/>
                            </a:schemeClr>
                          </a:solidFill>
                          <a:latin typeface="+mn-lt"/>
                          <a:ea typeface="+mn-ea"/>
                          <a:cs typeface="+mn-cs"/>
                        </a:rPr>
                        <a:t>L2</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7000"/>
                        </a:lnSpc>
                        <a:spcBef>
                          <a:spcPts val="0"/>
                        </a:spcBef>
                        <a:spcAft>
                          <a:spcPts val="800"/>
                        </a:spcAft>
                        <a:buClrTx/>
                        <a:buSzTx/>
                        <a:buFontTx/>
                        <a:buNone/>
                        <a:tabLst/>
                        <a:defRPr/>
                      </a:pPr>
                      <a:r>
                        <a:rPr lang="en-US" sz="1200" kern="1200" dirty="0">
                          <a:solidFill>
                            <a:schemeClr val="tx1">
                              <a:lumMod val="90000"/>
                              <a:lumOff val="10000"/>
                            </a:schemeClr>
                          </a:solidFill>
                          <a:latin typeface="+mn-lt"/>
                          <a:ea typeface="+mn-ea"/>
                          <a:cs typeface="+mn-cs"/>
                        </a:rPr>
                        <a:t>In Progress</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4440250"/>
                  </a:ext>
                </a:extLst>
              </a:tr>
              <a:tr h="731520">
                <a:tc vMerge="1">
                  <a:txBody>
                    <a:bodyPr/>
                    <a:lstStyle/>
                    <a:p>
                      <a:pPr marL="0" marR="0" lvl="0" indent="0" algn="l" defTabSz="914400" rtl="0" eaLnBrk="1" fontAlgn="t" latinLnBrk="0" hangingPunct="1">
                        <a:lnSpc>
                          <a:spcPct val="107000"/>
                        </a:lnSpc>
                        <a:spcBef>
                          <a:spcPts val="0"/>
                        </a:spcBef>
                        <a:spcAft>
                          <a:spcPts val="800"/>
                        </a:spcAft>
                        <a:buClrTx/>
                        <a:buSzTx/>
                        <a:buFontTx/>
                        <a:buNone/>
                        <a:tabLst/>
                        <a:defRPr/>
                      </a:pPr>
                      <a:endParaRPr lang="en-US" sz="1600" kern="1200" dirty="0">
                        <a:solidFill>
                          <a:schemeClr val="tx1">
                            <a:lumMod val="90000"/>
                            <a:lumOff val="10000"/>
                          </a:schemeClr>
                        </a:solidFill>
                        <a:latin typeface="+mn-lt"/>
                        <a:ea typeface="+mn-ea"/>
                        <a:cs typeface="+mn-cs"/>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7000"/>
                        </a:lnSpc>
                        <a:spcBef>
                          <a:spcPts val="0"/>
                        </a:spcBef>
                        <a:spcAft>
                          <a:spcPts val="800"/>
                        </a:spcAft>
                        <a:buClrTx/>
                        <a:buSzTx/>
                        <a:buFont typeface="Arial" panose="020B0604020202020204" pitchFamily="34" charset="0"/>
                        <a:buNone/>
                        <a:tabLst/>
                        <a:defRPr/>
                      </a:pPr>
                      <a:r>
                        <a:rPr lang="en-US" sz="1200" kern="1200" dirty="0">
                          <a:solidFill>
                            <a:schemeClr val="tx1">
                              <a:lumMod val="90000"/>
                              <a:lumOff val="10000"/>
                            </a:schemeClr>
                          </a:solidFill>
                          <a:latin typeface="+mn-lt"/>
                          <a:ea typeface="+mn-ea"/>
                          <a:cs typeface="+mn-cs"/>
                        </a:rPr>
                        <a:t>SOP is not documented to validate the completion of mainframe job</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7000"/>
                        </a:lnSpc>
                        <a:spcBef>
                          <a:spcPts val="0"/>
                        </a:spcBef>
                        <a:spcAft>
                          <a:spcPts val="800"/>
                        </a:spcAft>
                        <a:buClrTx/>
                        <a:buSzTx/>
                        <a:buFont typeface="Arial" panose="020B0604020202020204" pitchFamily="34" charset="0"/>
                        <a:buNone/>
                        <a:tabLst/>
                        <a:defRPr/>
                      </a:pPr>
                      <a:r>
                        <a:rPr lang="en-US" sz="1200" kern="1200" dirty="0">
                          <a:solidFill>
                            <a:schemeClr val="tx1">
                              <a:lumMod val="90000"/>
                              <a:lumOff val="10000"/>
                            </a:schemeClr>
                          </a:solidFill>
                          <a:latin typeface="+mn-lt"/>
                          <a:ea typeface="+mn-ea"/>
                          <a:cs typeface="+mn-cs"/>
                        </a:rPr>
                        <a:t>SOP will be revised to include the validation for checking the completion of Mainframe FTP job before releasing the monthly trail</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7000"/>
                        </a:lnSpc>
                        <a:spcBef>
                          <a:spcPts val="0"/>
                        </a:spcBef>
                        <a:spcAft>
                          <a:spcPts val="800"/>
                        </a:spcAft>
                        <a:buClrTx/>
                        <a:buSzTx/>
                        <a:buFontTx/>
                        <a:buNone/>
                        <a:tabLst/>
                        <a:defRPr/>
                      </a:pPr>
                      <a:r>
                        <a:rPr lang="en-US" sz="1200" kern="1200" dirty="0">
                          <a:solidFill>
                            <a:schemeClr val="tx1">
                              <a:lumMod val="90000"/>
                              <a:lumOff val="10000"/>
                            </a:schemeClr>
                          </a:solidFill>
                          <a:latin typeface="+mn-lt"/>
                          <a:ea typeface="+mn-ea"/>
                          <a:cs typeface="+mn-cs"/>
                        </a:rPr>
                        <a:t>L1</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algn="l" defTabSz="914400" rtl="0" eaLnBrk="1" fontAlgn="b" latinLnBrk="0" hangingPunct="1">
                        <a:lnSpc>
                          <a:spcPct val="107000"/>
                        </a:lnSpc>
                        <a:spcBef>
                          <a:spcPts val="0"/>
                        </a:spcBef>
                        <a:spcAft>
                          <a:spcPts val="800"/>
                        </a:spcAft>
                      </a:pPr>
                      <a:r>
                        <a:rPr lang="en-US" sz="1200" kern="1200" dirty="0">
                          <a:solidFill>
                            <a:schemeClr val="tx1">
                              <a:lumMod val="90000"/>
                              <a:lumOff val="10000"/>
                            </a:schemeClr>
                          </a:solidFill>
                          <a:latin typeface="+mn-lt"/>
                          <a:ea typeface="+mn-ea"/>
                          <a:cs typeface="+mn-cs"/>
                        </a:rPr>
                        <a:t>Completed</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649295"/>
                  </a:ext>
                </a:extLst>
              </a:tr>
              <a:tr h="731520">
                <a:tc>
                  <a:txBody>
                    <a:bodyPr/>
                    <a:lstStyle/>
                    <a:p>
                      <a:pPr marL="0" marR="0" lvl="0" indent="0" algn="l" defTabSz="914400" rtl="0" eaLnBrk="1" fontAlgn="t" latinLnBrk="0" hangingPunct="1">
                        <a:lnSpc>
                          <a:spcPct val="107000"/>
                        </a:lnSpc>
                        <a:spcBef>
                          <a:spcPts val="0"/>
                        </a:spcBef>
                        <a:spcAft>
                          <a:spcPts val="800"/>
                        </a:spcAft>
                        <a:buClrTx/>
                        <a:buSzTx/>
                        <a:buFontTx/>
                        <a:buNone/>
                        <a:tabLst/>
                        <a:defRPr/>
                      </a:pPr>
                      <a:r>
                        <a:rPr lang="en-US" sz="1200" kern="1200" dirty="0">
                          <a:solidFill>
                            <a:schemeClr val="tx1">
                              <a:lumMod val="90000"/>
                              <a:lumOff val="10000"/>
                            </a:schemeClr>
                          </a:solidFill>
                          <a:latin typeface="+mn-lt"/>
                          <a:ea typeface="+mn-ea"/>
                          <a:cs typeface="+mn-cs"/>
                        </a:rPr>
                        <a:t>Improved Monitoring</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7000"/>
                        </a:lnSpc>
                        <a:spcBef>
                          <a:spcPts val="0"/>
                        </a:spcBef>
                        <a:spcAft>
                          <a:spcPts val="800"/>
                        </a:spcAft>
                        <a:buClrTx/>
                        <a:buSzTx/>
                        <a:buFont typeface="Arial" panose="020B0604020202020204" pitchFamily="34" charset="0"/>
                        <a:buNone/>
                        <a:tabLst/>
                        <a:defRPr/>
                      </a:pPr>
                      <a:r>
                        <a:rPr lang="en-US" sz="1200" kern="1200" dirty="0">
                          <a:solidFill>
                            <a:schemeClr val="tx1">
                              <a:lumMod val="90000"/>
                              <a:lumOff val="10000"/>
                            </a:schemeClr>
                          </a:solidFill>
                          <a:latin typeface="+mn-lt"/>
                          <a:ea typeface="+mn-ea"/>
                          <a:cs typeface="+mn-cs"/>
                        </a:rPr>
                        <a:t>L2 team missed to action on the instructions to release the job.</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7000"/>
                        </a:lnSpc>
                        <a:spcBef>
                          <a:spcPts val="0"/>
                        </a:spcBef>
                        <a:spcAft>
                          <a:spcPts val="800"/>
                        </a:spcAft>
                        <a:buClrTx/>
                        <a:buSzTx/>
                        <a:buFont typeface="Arial" panose="020B0604020202020204" pitchFamily="34" charset="0"/>
                        <a:buNone/>
                        <a:tabLst/>
                        <a:defRPr/>
                      </a:pPr>
                      <a:r>
                        <a:rPr lang="en-US" sz="1200" kern="1200" dirty="0">
                          <a:solidFill>
                            <a:schemeClr val="tx1">
                              <a:lumMod val="90000"/>
                              <a:lumOff val="10000"/>
                            </a:schemeClr>
                          </a:solidFill>
                          <a:latin typeface="+mn-lt"/>
                          <a:ea typeface="+mn-ea"/>
                          <a:cs typeface="+mn-cs"/>
                        </a:rPr>
                        <a:t>Process will be implemented to trigger the email communication for the jobs in hold to action immediately</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7000"/>
                        </a:lnSpc>
                        <a:spcBef>
                          <a:spcPts val="0"/>
                        </a:spcBef>
                        <a:spcAft>
                          <a:spcPts val="800"/>
                        </a:spcAft>
                        <a:buClrTx/>
                        <a:buSzTx/>
                        <a:buFontTx/>
                        <a:buNone/>
                        <a:tabLst/>
                        <a:defRPr/>
                      </a:pPr>
                      <a:r>
                        <a:rPr lang="en-US" sz="1200" kern="1200" dirty="0">
                          <a:solidFill>
                            <a:schemeClr val="tx1">
                              <a:lumMod val="90000"/>
                              <a:lumOff val="10000"/>
                            </a:schemeClr>
                          </a:solidFill>
                          <a:latin typeface="+mn-lt"/>
                          <a:ea typeface="+mn-ea"/>
                          <a:cs typeface="+mn-cs"/>
                        </a:rPr>
                        <a:t>L1L2</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algn="l" defTabSz="914400" rtl="0" eaLnBrk="1" fontAlgn="b" latinLnBrk="0" hangingPunct="1">
                        <a:lnSpc>
                          <a:spcPct val="107000"/>
                        </a:lnSpc>
                        <a:spcBef>
                          <a:spcPts val="0"/>
                        </a:spcBef>
                        <a:spcAft>
                          <a:spcPts val="800"/>
                        </a:spcAft>
                      </a:pPr>
                      <a:r>
                        <a:rPr lang="en-US" sz="1200" kern="1200" dirty="0">
                          <a:solidFill>
                            <a:schemeClr val="tx1">
                              <a:lumMod val="90000"/>
                              <a:lumOff val="10000"/>
                            </a:schemeClr>
                          </a:solidFill>
                          <a:latin typeface="+mn-lt"/>
                          <a:ea typeface="+mn-ea"/>
                          <a:cs typeface="+mn-cs"/>
                        </a:rPr>
                        <a:t>Completed</a:t>
                      </a: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6239771"/>
                  </a:ext>
                </a:extLst>
              </a:tr>
            </a:tbl>
          </a:graphicData>
        </a:graphic>
      </p:graphicFrame>
    </p:spTree>
    <p:extLst>
      <p:ext uri="{BB962C8B-B14F-4D97-AF65-F5344CB8AC3E}">
        <p14:creationId xmlns:p14="http://schemas.microsoft.com/office/powerpoint/2010/main" val="1048780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3D94CC7-B222-5B44-969E-ABE4C1FCD62A}"/>
              </a:ext>
            </a:extLst>
          </p:cNvPr>
          <p:cNvSpPr>
            <a:spLocks noGrp="1"/>
          </p:cNvSpPr>
          <p:nvPr>
            <p:ph type="ctrTitle"/>
          </p:nvPr>
        </p:nvSpPr>
        <p:spPr>
          <a:xfrm>
            <a:off x="1042416" y="2365335"/>
            <a:ext cx="6053327" cy="923330"/>
          </a:xfrm>
        </p:spPr>
        <p:txBody>
          <a:bodyPr/>
          <a:lstStyle/>
          <a:p>
            <a:r>
              <a:rPr lang="en-US"/>
              <a:t>Thank you</a:t>
            </a:r>
          </a:p>
        </p:txBody>
      </p:sp>
      <p:sp>
        <p:nvSpPr>
          <p:cNvPr id="17" name="Footer Placeholder 16">
            <a:extLst>
              <a:ext uri="{FF2B5EF4-FFF2-40B4-BE49-F238E27FC236}">
                <a16:creationId xmlns:a16="http://schemas.microsoft.com/office/drawing/2014/main" id="{D538CCB4-1560-6942-A5AB-C8F09B136643}"/>
              </a:ext>
            </a:extLst>
          </p:cNvPr>
          <p:cNvSpPr>
            <a:spLocks noGrp="1"/>
          </p:cNvSpPr>
          <p:nvPr>
            <p:ph type="ftr" sz="quarter" idx="11"/>
          </p:nvPr>
        </p:nvSpPr>
        <p:spPr/>
        <p:txBody>
          <a:bodyPr/>
          <a:lstStyle/>
          <a:p>
            <a:r>
              <a:rPr lang="en-US" dirty="0"/>
              <a:t>© 2025 Cognizant</a:t>
            </a:r>
          </a:p>
        </p:txBody>
      </p:sp>
      <p:sp>
        <p:nvSpPr>
          <p:cNvPr id="2" name="Slide Number Placeholder 1">
            <a:extLst>
              <a:ext uri="{FF2B5EF4-FFF2-40B4-BE49-F238E27FC236}">
                <a16:creationId xmlns:a16="http://schemas.microsoft.com/office/drawing/2014/main" id="{8EE55FCB-FBA5-ED4E-AAF6-496B42594DC8}"/>
              </a:ext>
            </a:extLst>
          </p:cNvPr>
          <p:cNvSpPr>
            <a:spLocks noGrp="1"/>
          </p:cNvSpPr>
          <p:nvPr>
            <p:ph type="sldNum" sz="quarter" idx="12"/>
          </p:nvPr>
        </p:nvSpPr>
        <p:spPr/>
        <p:txBody>
          <a:bodyPr/>
          <a:lstStyle/>
          <a:p>
            <a:fld id="{C53E075B-3175-45CF-B3C7-FEDF3F5961E3}" type="slidenum">
              <a:rPr lang="en-US" dirty="0" smtClean="0"/>
              <a:pPr/>
              <a:t>7</a:t>
            </a:fld>
            <a:endParaRPr lang="en-US"/>
          </a:p>
        </p:txBody>
      </p:sp>
      <p:sp>
        <p:nvSpPr>
          <p:cNvPr id="3" name="TextBox 2">
            <a:extLst>
              <a:ext uri="{FF2B5EF4-FFF2-40B4-BE49-F238E27FC236}">
                <a16:creationId xmlns:a16="http://schemas.microsoft.com/office/drawing/2014/main" id="{0CA06E95-1D73-3A40-B8E7-14342E325FED}"/>
              </a:ext>
            </a:extLst>
          </p:cNvPr>
          <p:cNvSpPr txBox="1"/>
          <p:nvPr/>
        </p:nvSpPr>
        <p:spPr>
          <a:xfrm>
            <a:off x="10888717" y="3489435"/>
            <a:ext cx="0" cy="0"/>
          </a:xfrm>
          <a:prstGeom prst="rect">
            <a:avLst/>
          </a:prstGeom>
          <a:noFill/>
        </p:spPr>
        <p:txBody>
          <a:bodyPr wrap="none" lIns="0" tIns="0" rIns="0" bIns="0" rtlCol="0">
            <a:noAutofit/>
          </a:bodyPr>
          <a:lstStyle/>
          <a:p>
            <a:pPr algn="l"/>
            <a:endParaRPr lang="en-US" sz="1600">
              <a:solidFill>
                <a:schemeClr val="tx2"/>
              </a:solidFill>
            </a:endParaRPr>
          </a:p>
        </p:txBody>
      </p:sp>
      <p:sp>
        <p:nvSpPr>
          <p:cNvPr id="4" name="TextBox 3">
            <a:extLst>
              <a:ext uri="{FF2B5EF4-FFF2-40B4-BE49-F238E27FC236}">
                <a16:creationId xmlns:a16="http://schemas.microsoft.com/office/drawing/2014/main" id="{9BBE24C1-54AE-DD46-B667-D9FBFDF3B512}"/>
              </a:ext>
            </a:extLst>
          </p:cNvPr>
          <p:cNvSpPr txBox="1"/>
          <p:nvPr/>
        </p:nvSpPr>
        <p:spPr>
          <a:xfrm>
            <a:off x="2609193" y="4122683"/>
            <a:ext cx="0" cy="0"/>
          </a:xfrm>
          <a:prstGeom prst="rect">
            <a:avLst/>
          </a:prstGeom>
          <a:noFill/>
        </p:spPr>
        <p:txBody>
          <a:bodyPr wrap="none" lIns="0" tIns="0" rIns="0" bIns="0" rtlCol="0">
            <a:noAutofit/>
          </a:bodyPr>
          <a:lstStyle/>
          <a:p>
            <a:pPr algn="l"/>
            <a:endParaRPr lang="en-US" sz="1600">
              <a:solidFill>
                <a:schemeClr val="tx2"/>
              </a:solidFill>
            </a:endParaRPr>
          </a:p>
        </p:txBody>
      </p:sp>
    </p:spTree>
    <p:extLst>
      <p:ext uri="{BB962C8B-B14F-4D97-AF65-F5344CB8AC3E}">
        <p14:creationId xmlns:p14="http://schemas.microsoft.com/office/powerpoint/2010/main" val="4019922006"/>
      </p:ext>
    </p:extLst>
  </p:cSld>
  <p:clrMapOvr>
    <a:masterClrMapping/>
  </p:clrMapOvr>
</p:sld>
</file>

<file path=ppt/theme/theme1.xml><?xml version="1.0" encoding="utf-8"?>
<a:theme xmlns:a="http://schemas.openxmlformats.org/drawingml/2006/main" name="1_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6498</TotalTime>
  <Words>1274</Words>
  <Application>Microsoft Office PowerPoint</Application>
  <PresentationFormat>Widescreen</PresentationFormat>
  <Paragraphs>184</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Wingdings</vt:lpstr>
      <vt:lpstr>1_Office Theme</vt:lpstr>
      <vt:lpstr>PowerPoint Presentation</vt:lpstr>
      <vt:lpstr>L1L2 Scope of work</vt:lpstr>
      <vt:lpstr>Incident Management - Workflow </vt:lpstr>
      <vt:lpstr>Incident Management - Workflow </vt:lpstr>
      <vt:lpstr>RNP Monthly load issue</vt:lpstr>
      <vt:lpstr>Remediation Measures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Chennupalli, Sriharsha (Cognizant)</dc:creator>
  <cp:lastModifiedBy>Sukumar, Hariharan</cp:lastModifiedBy>
  <cp:revision>12</cp:revision>
  <dcterms:created xsi:type="dcterms:W3CDTF">2022-10-30T16:42:34Z</dcterms:created>
  <dcterms:modified xsi:type="dcterms:W3CDTF">2025-10-14T23:21:36Z</dcterms:modified>
</cp:coreProperties>
</file>